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70" r:id="rId2"/>
    <p:sldId id="256" r:id="rId3"/>
    <p:sldId id="257" r:id="rId4"/>
    <p:sldId id="258" r:id="rId5"/>
    <p:sldId id="259" r:id="rId6"/>
    <p:sldId id="260" r:id="rId7"/>
    <p:sldId id="261" r:id="rId8"/>
    <p:sldId id="262" r:id="rId9"/>
    <p:sldId id="263" r:id="rId10"/>
    <p:sldId id="264" r:id="rId11"/>
    <p:sldId id="265" r:id="rId12"/>
    <p:sldId id="266" r:id="rId13"/>
    <p:sldId id="269" r:id="rId14"/>
    <p:sldId id="267" r:id="rId15"/>
    <p:sldId id="26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6F8A42-2E54-4A08-9B5C-62A94EBAFDE6}" v="156" dt="2025-12-31T18:17:12.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594" autoAdjust="0"/>
  </p:normalViewPr>
  <p:slideViewPr>
    <p:cSldViewPr snapToGrid="0" snapToObjects="1">
      <p:cViewPr varScale="1">
        <p:scale>
          <a:sx n="129" d="100"/>
          <a:sy n="129" d="100"/>
        </p:scale>
        <p:origin x="2724" y="33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Maldonado" userId="6ecec58c07d19906" providerId="LiveId" clId="{8B2AFFF0-24E6-4C11-96BD-9CFEC3279D16}"/>
    <pc:docChg chg="undo custSel addSld modSld sldOrd">
      <pc:chgData name="Juan Maldonado" userId="6ecec58c07d19906" providerId="LiveId" clId="{8B2AFFF0-24E6-4C11-96BD-9CFEC3279D16}" dt="2025-12-31T18:20:26.769" v="748" actId="27636"/>
      <pc:docMkLst>
        <pc:docMk/>
      </pc:docMkLst>
      <pc:sldChg chg="addSp delSp modSp mod setBg modClrScheme chgLayout modNotesTx">
        <pc:chgData name="Juan Maldonado" userId="6ecec58c07d19906" providerId="LiveId" clId="{8B2AFFF0-24E6-4C11-96BD-9CFEC3279D16}" dt="2025-12-31T16:39:42.406" v="488" actId="20577"/>
        <pc:sldMkLst>
          <pc:docMk/>
          <pc:sldMk cId="0" sldId="256"/>
        </pc:sldMkLst>
        <pc:spChg chg="mod ord">
          <ac:chgData name="Juan Maldonado" userId="6ecec58c07d19906" providerId="LiveId" clId="{8B2AFFF0-24E6-4C11-96BD-9CFEC3279D16}" dt="2025-12-26T07:26:51.026" v="454" actId="26606"/>
          <ac:spMkLst>
            <pc:docMk/>
            <pc:sldMk cId="0" sldId="256"/>
            <ac:spMk id="2" creationId="{00000000-0000-0000-0000-000000000000}"/>
          </ac:spMkLst>
        </pc:spChg>
        <pc:spChg chg="add">
          <ac:chgData name="Juan Maldonado" userId="6ecec58c07d19906" providerId="LiveId" clId="{8B2AFFF0-24E6-4C11-96BD-9CFEC3279D16}" dt="2025-12-26T07:26:51.026" v="454" actId="26606"/>
          <ac:spMkLst>
            <pc:docMk/>
            <pc:sldMk cId="0" sldId="256"/>
            <ac:spMk id="9" creationId="{BACC6370-2D7E-4714-9D71-7542949D7D5D}"/>
          </ac:spMkLst>
        </pc:spChg>
        <pc:spChg chg="add">
          <ac:chgData name="Juan Maldonado" userId="6ecec58c07d19906" providerId="LiveId" clId="{8B2AFFF0-24E6-4C11-96BD-9CFEC3279D16}" dt="2025-12-26T07:26:51.026" v="454" actId="26606"/>
          <ac:spMkLst>
            <pc:docMk/>
            <pc:sldMk cId="0" sldId="256"/>
            <ac:spMk id="11" creationId="{F68B3F68-107C-434F-AA38-110D5EA91B85}"/>
          </ac:spMkLst>
        </pc:spChg>
        <pc:spChg chg="add">
          <ac:chgData name="Juan Maldonado" userId="6ecec58c07d19906" providerId="LiveId" clId="{8B2AFFF0-24E6-4C11-96BD-9CFEC3279D16}" dt="2025-12-26T07:26:51.026" v="454" actId="26606"/>
          <ac:spMkLst>
            <pc:docMk/>
            <pc:sldMk cId="0" sldId="256"/>
            <ac:spMk id="13" creationId="{AAD0DBB9-1A4B-4391-81D4-CB19F9AB918A}"/>
          </ac:spMkLst>
        </pc:spChg>
        <pc:spChg chg="add">
          <ac:chgData name="Juan Maldonado" userId="6ecec58c07d19906" providerId="LiveId" clId="{8B2AFFF0-24E6-4C11-96BD-9CFEC3279D16}" dt="2025-12-26T07:26:51.026" v="454" actId="26606"/>
          <ac:spMkLst>
            <pc:docMk/>
            <pc:sldMk cId="0" sldId="256"/>
            <ac:spMk id="15" creationId="{063BBA22-50EA-4C4D-BE05-F1CE4E63AA56}"/>
          </ac:spMkLst>
        </pc:spChg>
        <pc:graphicFrameChg chg="add">
          <ac:chgData name="Juan Maldonado" userId="6ecec58c07d19906" providerId="LiveId" clId="{8B2AFFF0-24E6-4C11-96BD-9CFEC3279D16}" dt="2025-12-26T07:26:51.026" v="454" actId="26606"/>
          <ac:graphicFrameMkLst>
            <pc:docMk/>
            <pc:sldMk cId="0" sldId="256"/>
            <ac:graphicFrameMk id="5" creationId="{40E76C03-3F19-4F45-3D40-EA66D90ACD1C}"/>
          </ac:graphicFrameMkLst>
        </pc:graphicFrameChg>
      </pc:sldChg>
      <pc:sldChg chg="addSp delSp modSp mod setBg modNotesTx">
        <pc:chgData name="Juan Maldonado" userId="6ecec58c07d19906" providerId="LiveId" clId="{8B2AFFF0-24E6-4C11-96BD-9CFEC3279D16}" dt="2025-12-31T16:58:52.589" v="534"/>
        <pc:sldMkLst>
          <pc:docMk/>
          <pc:sldMk cId="0" sldId="257"/>
        </pc:sldMkLst>
        <pc:spChg chg="mod">
          <ac:chgData name="Juan Maldonado" userId="6ecec58c07d19906" providerId="LiveId" clId="{8B2AFFF0-24E6-4C11-96BD-9CFEC3279D16}" dt="2025-12-31T16:58:52.589" v="534"/>
          <ac:spMkLst>
            <pc:docMk/>
            <pc:sldMk cId="0" sldId="257"/>
            <ac:spMk id="2" creationId="{00000000-0000-0000-0000-000000000000}"/>
          </ac:spMkLst>
        </pc:spChg>
        <pc:spChg chg="add">
          <ac:chgData name="Juan Maldonado" userId="6ecec58c07d19906" providerId="LiveId" clId="{8B2AFFF0-24E6-4C11-96BD-9CFEC3279D16}" dt="2025-12-26T07:27:02.623" v="455" actId="26606"/>
          <ac:spMkLst>
            <pc:docMk/>
            <pc:sldMk cId="0" sldId="257"/>
            <ac:spMk id="9" creationId="{BACC6370-2D7E-4714-9D71-7542949D7D5D}"/>
          </ac:spMkLst>
        </pc:spChg>
        <pc:spChg chg="add">
          <ac:chgData name="Juan Maldonado" userId="6ecec58c07d19906" providerId="LiveId" clId="{8B2AFFF0-24E6-4C11-96BD-9CFEC3279D16}" dt="2025-12-26T07:27:02.623" v="455" actId="26606"/>
          <ac:spMkLst>
            <pc:docMk/>
            <pc:sldMk cId="0" sldId="257"/>
            <ac:spMk id="11" creationId="{F68B3F68-107C-434F-AA38-110D5EA91B85}"/>
          </ac:spMkLst>
        </pc:spChg>
        <pc:spChg chg="add">
          <ac:chgData name="Juan Maldonado" userId="6ecec58c07d19906" providerId="LiveId" clId="{8B2AFFF0-24E6-4C11-96BD-9CFEC3279D16}" dt="2025-12-26T07:27:02.623" v="455" actId="26606"/>
          <ac:spMkLst>
            <pc:docMk/>
            <pc:sldMk cId="0" sldId="257"/>
            <ac:spMk id="13" creationId="{AAD0DBB9-1A4B-4391-81D4-CB19F9AB918A}"/>
          </ac:spMkLst>
        </pc:spChg>
        <pc:spChg chg="add">
          <ac:chgData name="Juan Maldonado" userId="6ecec58c07d19906" providerId="LiveId" clId="{8B2AFFF0-24E6-4C11-96BD-9CFEC3279D16}" dt="2025-12-26T07:27:02.623" v="455" actId="26606"/>
          <ac:spMkLst>
            <pc:docMk/>
            <pc:sldMk cId="0" sldId="257"/>
            <ac:spMk id="15" creationId="{063BBA22-50EA-4C4D-BE05-F1CE4E63AA56}"/>
          </ac:spMkLst>
        </pc:spChg>
        <pc:graphicFrameChg chg="add mod modGraphic">
          <ac:chgData name="Juan Maldonado" userId="6ecec58c07d19906" providerId="LiveId" clId="{8B2AFFF0-24E6-4C11-96BD-9CFEC3279D16}" dt="2025-12-31T16:45:29.728" v="519" actId="20577"/>
          <ac:graphicFrameMkLst>
            <pc:docMk/>
            <pc:sldMk cId="0" sldId="257"/>
            <ac:graphicFrameMk id="5" creationId="{E71024FB-BBB9-D357-EE75-AF19A1C4809A}"/>
          </ac:graphicFrameMkLst>
        </pc:graphicFrameChg>
      </pc:sldChg>
      <pc:sldChg chg="addSp delSp modSp mod setBg modNotesTx">
        <pc:chgData name="Juan Maldonado" userId="6ecec58c07d19906" providerId="LiveId" clId="{8B2AFFF0-24E6-4C11-96BD-9CFEC3279D16}" dt="2025-12-31T17:57:14.136" v="687" actId="20577"/>
        <pc:sldMkLst>
          <pc:docMk/>
          <pc:sldMk cId="0" sldId="258"/>
        </pc:sldMkLst>
        <pc:spChg chg="mod">
          <ac:chgData name="Juan Maldonado" userId="6ecec58c07d19906" providerId="LiveId" clId="{8B2AFFF0-24E6-4C11-96BD-9CFEC3279D16}" dt="2025-12-31T16:59:03.900" v="536" actId="27636"/>
          <ac:spMkLst>
            <pc:docMk/>
            <pc:sldMk cId="0" sldId="258"/>
            <ac:spMk id="2" creationId="{00000000-0000-0000-0000-000000000000}"/>
          </ac:spMkLst>
        </pc:spChg>
        <pc:spChg chg="add">
          <ac:chgData name="Juan Maldonado" userId="6ecec58c07d19906" providerId="LiveId" clId="{8B2AFFF0-24E6-4C11-96BD-9CFEC3279D16}" dt="2025-12-26T07:27:28.697" v="456" actId="26606"/>
          <ac:spMkLst>
            <pc:docMk/>
            <pc:sldMk cId="0" sldId="258"/>
            <ac:spMk id="9" creationId="{BACC6370-2D7E-4714-9D71-7542949D7D5D}"/>
          </ac:spMkLst>
        </pc:spChg>
        <pc:spChg chg="add">
          <ac:chgData name="Juan Maldonado" userId="6ecec58c07d19906" providerId="LiveId" clId="{8B2AFFF0-24E6-4C11-96BD-9CFEC3279D16}" dt="2025-12-26T07:27:28.697" v="456" actId="26606"/>
          <ac:spMkLst>
            <pc:docMk/>
            <pc:sldMk cId="0" sldId="258"/>
            <ac:spMk id="11" creationId="{F68B3F68-107C-434F-AA38-110D5EA91B85}"/>
          </ac:spMkLst>
        </pc:spChg>
        <pc:spChg chg="add">
          <ac:chgData name="Juan Maldonado" userId="6ecec58c07d19906" providerId="LiveId" clId="{8B2AFFF0-24E6-4C11-96BD-9CFEC3279D16}" dt="2025-12-26T07:27:28.697" v="456" actId="26606"/>
          <ac:spMkLst>
            <pc:docMk/>
            <pc:sldMk cId="0" sldId="258"/>
            <ac:spMk id="13" creationId="{AAD0DBB9-1A4B-4391-81D4-CB19F9AB918A}"/>
          </ac:spMkLst>
        </pc:spChg>
        <pc:spChg chg="add">
          <ac:chgData name="Juan Maldonado" userId="6ecec58c07d19906" providerId="LiveId" clId="{8B2AFFF0-24E6-4C11-96BD-9CFEC3279D16}" dt="2025-12-26T07:27:28.697" v="456" actId="26606"/>
          <ac:spMkLst>
            <pc:docMk/>
            <pc:sldMk cId="0" sldId="258"/>
            <ac:spMk id="15" creationId="{063BBA22-50EA-4C4D-BE05-F1CE4E63AA56}"/>
          </ac:spMkLst>
        </pc:spChg>
        <pc:graphicFrameChg chg="add mod modGraphic">
          <ac:chgData name="Juan Maldonado" userId="6ecec58c07d19906" providerId="LiveId" clId="{8B2AFFF0-24E6-4C11-96BD-9CFEC3279D16}" dt="2025-12-31T17:01:22.872" v="545" actId="20577"/>
          <ac:graphicFrameMkLst>
            <pc:docMk/>
            <pc:sldMk cId="0" sldId="258"/>
            <ac:graphicFrameMk id="5" creationId="{C70EEA1A-C831-B260-D802-BC33CFBCBBB2}"/>
          </ac:graphicFrameMkLst>
        </pc:graphicFrameChg>
      </pc:sldChg>
      <pc:sldChg chg="addSp delSp modSp mod setBg modNotesTx">
        <pc:chgData name="Juan Maldonado" userId="6ecec58c07d19906" providerId="LiveId" clId="{8B2AFFF0-24E6-4C11-96BD-9CFEC3279D16}" dt="2025-12-31T18:05:30.401" v="720" actId="20577"/>
        <pc:sldMkLst>
          <pc:docMk/>
          <pc:sldMk cId="0" sldId="259"/>
        </pc:sldMkLst>
        <pc:spChg chg="mod">
          <ac:chgData name="Juan Maldonado" userId="6ecec58c07d19906" providerId="LiveId" clId="{8B2AFFF0-24E6-4C11-96BD-9CFEC3279D16}" dt="2025-12-31T17:02:23.931" v="550" actId="27636"/>
          <ac:spMkLst>
            <pc:docMk/>
            <pc:sldMk cId="0" sldId="259"/>
            <ac:spMk id="2" creationId="{00000000-0000-0000-0000-000000000000}"/>
          </ac:spMkLst>
        </pc:spChg>
        <pc:spChg chg="add">
          <ac:chgData name="Juan Maldonado" userId="6ecec58c07d19906" providerId="LiveId" clId="{8B2AFFF0-24E6-4C11-96BD-9CFEC3279D16}" dt="2025-12-26T07:27:46.119" v="457" actId="26606"/>
          <ac:spMkLst>
            <pc:docMk/>
            <pc:sldMk cId="0" sldId="259"/>
            <ac:spMk id="9" creationId="{BACC6370-2D7E-4714-9D71-7542949D7D5D}"/>
          </ac:spMkLst>
        </pc:spChg>
        <pc:spChg chg="add">
          <ac:chgData name="Juan Maldonado" userId="6ecec58c07d19906" providerId="LiveId" clId="{8B2AFFF0-24E6-4C11-96BD-9CFEC3279D16}" dt="2025-12-26T07:27:46.119" v="457" actId="26606"/>
          <ac:spMkLst>
            <pc:docMk/>
            <pc:sldMk cId="0" sldId="259"/>
            <ac:spMk id="11" creationId="{F68B3F68-107C-434F-AA38-110D5EA91B85}"/>
          </ac:spMkLst>
        </pc:spChg>
        <pc:spChg chg="add">
          <ac:chgData name="Juan Maldonado" userId="6ecec58c07d19906" providerId="LiveId" clId="{8B2AFFF0-24E6-4C11-96BD-9CFEC3279D16}" dt="2025-12-26T07:27:46.119" v="457" actId="26606"/>
          <ac:spMkLst>
            <pc:docMk/>
            <pc:sldMk cId="0" sldId="259"/>
            <ac:spMk id="13" creationId="{AAD0DBB9-1A4B-4391-81D4-CB19F9AB918A}"/>
          </ac:spMkLst>
        </pc:spChg>
        <pc:spChg chg="add">
          <ac:chgData name="Juan Maldonado" userId="6ecec58c07d19906" providerId="LiveId" clId="{8B2AFFF0-24E6-4C11-96BD-9CFEC3279D16}" dt="2025-12-26T07:27:46.119" v="457" actId="26606"/>
          <ac:spMkLst>
            <pc:docMk/>
            <pc:sldMk cId="0" sldId="259"/>
            <ac:spMk id="15" creationId="{063BBA22-50EA-4C4D-BE05-F1CE4E63AA56}"/>
          </ac:spMkLst>
        </pc:spChg>
        <pc:graphicFrameChg chg="add mod">
          <ac:chgData name="Juan Maldonado" userId="6ecec58c07d19906" providerId="LiveId" clId="{8B2AFFF0-24E6-4C11-96BD-9CFEC3279D16}" dt="2025-12-31T17:03:09.044" v="553"/>
          <ac:graphicFrameMkLst>
            <pc:docMk/>
            <pc:sldMk cId="0" sldId="259"/>
            <ac:graphicFrameMk id="5" creationId="{B1EEBC67-79F1-E702-488D-935990A28D27}"/>
          </ac:graphicFrameMkLst>
        </pc:graphicFrameChg>
      </pc:sldChg>
      <pc:sldChg chg="addSp delSp modSp mod setBg modNotesTx">
        <pc:chgData name="Juan Maldonado" userId="6ecec58c07d19906" providerId="LiveId" clId="{8B2AFFF0-24E6-4C11-96BD-9CFEC3279D16}" dt="2025-12-31T17:06:56.460" v="578" actId="20577"/>
        <pc:sldMkLst>
          <pc:docMk/>
          <pc:sldMk cId="0" sldId="260"/>
        </pc:sldMkLst>
        <pc:spChg chg="mod">
          <ac:chgData name="Juan Maldonado" userId="6ecec58c07d19906" providerId="LiveId" clId="{8B2AFFF0-24E6-4C11-96BD-9CFEC3279D16}" dt="2025-12-31T17:04:19.590" v="558" actId="27636"/>
          <ac:spMkLst>
            <pc:docMk/>
            <pc:sldMk cId="0" sldId="260"/>
            <ac:spMk id="2" creationId="{00000000-0000-0000-0000-000000000000}"/>
          </ac:spMkLst>
        </pc:spChg>
        <pc:spChg chg="add">
          <ac:chgData name="Juan Maldonado" userId="6ecec58c07d19906" providerId="LiveId" clId="{8B2AFFF0-24E6-4C11-96BD-9CFEC3279D16}" dt="2025-12-26T07:28:03.989" v="458" actId="26606"/>
          <ac:spMkLst>
            <pc:docMk/>
            <pc:sldMk cId="0" sldId="260"/>
            <ac:spMk id="9" creationId="{BACC6370-2D7E-4714-9D71-7542949D7D5D}"/>
          </ac:spMkLst>
        </pc:spChg>
        <pc:spChg chg="add">
          <ac:chgData name="Juan Maldonado" userId="6ecec58c07d19906" providerId="LiveId" clId="{8B2AFFF0-24E6-4C11-96BD-9CFEC3279D16}" dt="2025-12-26T07:28:03.989" v="458" actId="26606"/>
          <ac:spMkLst>
            <pc:docMk/>
            <pc:sldMk cId="0" sldId="260"/>
            <ac:spMk id="11" creationId="{F68B3F68-107C-434F-AA38-110D5EA91B85}"/>
          </ac:spMkLst>
        </pc:spChg>
        <pc:spChg chg="add">
          <ac:chgData name="Juan Maldonado" userId="6ecec58c07d19906" providerId="LiveId" clId="{8B2AFFF0-24E6-4C11-96BD-9CFEC3279D16}" dt="2025-12-26T07:28:03.989" v="458" actId="26606"/>
          <ac:spMkLst>
            <pc:docMk/>
            <pc:sldMk cId="0" sldId="260"/>
            <ac:spMk id="13" creationId="{AAD0DBB9-1A4B-4391-81D4-CB19F9AB918A}"/>
          </ac:spMkLst>
        </pc:spChg>
        <pc:spChg chg="add">
          <ac:chgData name="Juan Maldonado" userId="6ecec58c07d19906" providerId="LiveId" clId="{8B2AFFF0-24E6-4C11-96BD-9CFEC3279D16}" dt="2025-12-26T07:28:03.989" v="458" actId="26606"/>
          <ac:spMkLst>
            <pc:docMk/>
            <pc:sldMk cId="0" sldId="260"/>
            <ac:spMk id="15" creationId="{063BBA22-50EA-4C4D-BE05-F1CE4E63AA56}"/>
          </ac:spMkLst>
        </pc:spChg>
        <pc:graphicFrameChg chg="add mod modGraphic">
          <ac:chgData name="Juan Maldonado" userId="6ecec58c07d19906" providerId="LiveId" clId="{8B2AFFF0-24E6-4C11-96BD-9CFEC3279D16}" dt="2025-12-31T17:06:32.917" v="575"/>
          <ac:graphicFrameMkLst>
            <pc:docMk/>
            <pc:sldMk cId="0" sldId="260"/>
            <ac:graphicFrameMk id="5" creationId="{EF70EF67-92B9-862F-5F3D-295EB0C320EB}"/>
          </ac:graphicFrameMkLst>
        </pc:graphicFrameChg>
      </pc:sldChg>
      <pc:sldChg chg="addSp delSp modSp mod setBg modNotesTx">
        <pc:chgData name="Juan Maldonado" userId="6ecec58c07d19906" providerId="LiveId" clId="{8B2AFFF0-24E6-4C11-96BD-9CFEC3279D16}" dt="2025-12-31T18:00:07.622" v="701" actId="20577"/>
        <pc:sldMkLst>
          <pc:docMk/>
          <pc:sldMk cId="0" sldId="261"/>
        </pc:sldMkLst>
        <pc:spChg chg="mod">
          <ac:chgData name="Juan Maldonado" userId="6ecec58c07d19906" providerId="LiveId" clId="{8B2AFFF0-24E6-4C11-96BD-9CFEC3279D16}" dt="2025-12-26T07:28:16.856" v="459" actId="26606"/>
          <ac:spMkLst>
            <pc:docMk/>
            <pc:sldMk cId="0" sldId="261"/>
            <ac:spMk id="2" creationId="{00000000-0000-0000-0000-000000000000}"/>
          </ac:spMkLst>
        </pc:spChg>
        <pc:spChg chg="add">
          <ac:chgData name="Juan Maldonado" userId="6ecec58c07d19906" providerId="LiveId" clId="{8B2AFFF0-24E6-4C11-96BD-9CFEC3279D16}" dt="2025-12-26T07:28:16.856" v="459" actId="26606"/>
          <ac:spMkLst>
            <pc:docMk/>
            <pc:sldMk cId="0" sldId="261"/>
            <ac:spMk id="9" creationId="{BACC6370-2D7E-4714-9D71-7542949D7D5D}"/>
          </ac:spMkLst>
        </pc:spChg>
        <pc:spChg chg="add">
          <ac:chgData name="Juan Maldonado" userId="6ecec58c07d19906" providerId="LiveId" clId="{8B2AFFF0-24E6-4C11-96BD-9CFEC3279D16}" dt="2025-12-26T07:28:16.856" v="459" actId="26606"/>
          <ac:spMkLst>
            <pc:docMk/>
            <pc:sldMk cId="0" sldId="261"/>
            <ac:spMk id="11" creationId="{F68B3F68-107C-434F-AA38-110D5EA91B85}"/>
          </ac:spMkLst>
        </pc:spChg>
        <pc:spChg chg="add">
          <ac:chgData name="Juan Maldonado" userId="6ecec58c07d19906" providerId="LiveId" clId="{8B2AFFF0-24E6-4C11-96BD-9CFEC3279D16}" dt="2025-12-26T07:28:16.856" v="459" actId="26606"/>
          <ac:spMkLst>
            <pc:docMk/>
            <pc:sldMk cId="0" sldId="261"/>
            <ac:spMk id="13" creationId="{AAD0DBB9-1A4B-4391-81D4-CB19F9AB918A}"/>
          </ac:spMkLst>
        </pc:spChg>
        <pc:spChg chg="add">
          <ac:chgData name="Juan Maldonado" userId="6ecec58c07d19906" providerId="LiveId" clId="{8B2AFFF0-24E6-4C11-96BD-9CFEC3279D16}" dt="2025-12-26T07:28:16.856" v="459" actId="26606"/>
          <ac:spMkLst>
            <pc:docMk/>
            <pc:sldMk cId="0" sldId="261"/>
            <ac:spMk id="15" creationId="{063BBA22-50EA-4C4D-BE05-F1CE4E63AA56}"/>
          </ac:spMkLst>
        </pc:spChg>
        <pc:graphicFrameChg chg="add mod modGraphic">
          <ac:chgData name="Juan Maldonado" userId="6ecec58c07d19906" providerId="LiveId" clId="{8B2AFFF0-24E6-4C11-96BD-9CFEC3279D16}" dt="2025-12-31T17:10:13.660" v="586" actId="20577"/>
          <ac:graphicFrameMkLst>
            <pc:docMk/>
            <pc:sldMk cId="0" sldId="261"/>
            <ac:graphicFrameMk id="5" creationId="{F85747CF-9A68-3D18-9D44-CE51BFD89DA4}"/>
          </ac:graphicFrameMkLst>
        </pc:graphicFrameChg>
      </pc:sldChg>
      <pc:sldChg chg="addSp delSp modSp mod setBg modNotesTx">
        <pc:chgData name="Juan Maldonado" userId="6ecec58c07d19906" providerId="LiveId" clId="{8B2AFFF0-24E6-4C11-96BD-9CFEC3279D16}" dt="2025-12-31T17:59:52.445" v="698" actId="20577"/>
        <pc:sldMkLst>
          <pc:docMk/>
          <pc:sldMk cId="0" sldId="262"/>
        </pc:sldMkLst>
        <pc:spChg chg="mod">
          <ac:chgData name="Juan Maldonado" userId="6ecec58c07d19906" providerId="LiveId" clId="{8B2AFFF0-24E6-4C11-96BD-9CFEC3279D16}" dt="2025-12-31T17:40:11.795" v="642" actId="26606"/>
          <ac:spMkLst>
            <pc:docMk/>
            <pc:sldMk cId="0" sldId="262"/>
            <ac:spMk id="2" creationId="{00000000-0000-0000-0000-000000000000}"/>
          </ac:spMkLst>
        </pc:spChg>
        <pc:spChg chg="add del">
          <ac:chgData name="Juan Maldonado" userId="6ecec58c07d19906" providerId="LiveId" clId="{8B2AFFF0-24E6-4C11-96BD-9CFEC3279D16}" dt="2025-12-31T17:40:11.795" v="642" actId="26606"/>
          <ac:spMkLst>
            <pc:docMk/>
            <pc:sldMk cId="0" sldId="262"/>
            <ac:spMk id="9" creationId="{BACC6370-2D7E-4714-9D71-7542949D7D5D}"/>
          </ac:spMkLst>
        </pc:spChg>
        <pc:spChg chg="add del">
          <ac:chgData name="Juan Maldonado" userId="6ecec58c07d19906" providerId="LiveId" clId="{8B2AFFF0-24E6-4C11-96BD-9CFEC3279D16}" dt="2025-12-31T17:40:11.795" v="642" actId="26606"/>
          <ac:spMkLst>
            <pc:docMk/>
            <pc:sldMk cId="0" sldId="262"/>
            <ac:spMk id="11" creationId="{F68B3F68-107C-434F-AA38-110D5EA91B85}"/>
          </ac:spMkLst>
        </pc:spChg>
        <pc:spChg chg="add del">
          <ac:chgData name="Juan Maldonado" userId="6ecec58c07d19906" providerId="LiveId" clId="{8B2AFFF0-24E6-4C11-96BD-9CFEC3279D16}" dt="2025-12-31T17:40:11.795" v="642" actId="26606"/>
          <ac:spMkLst>
            <pc:docMk/>
            <pc:sldMk cId="0" sldId="262"/>
            <ac:spMk id="13" creationId="{AAD0DBB9-1A4B-4391-81D4-CB19F9AB918A}"/>
          </ac:spMkLst>
        </pc:spChg>
        <pc:spChg chg="add del">
          <ac:chgData name="Juan Maldonado" userId="6ecec58c07d19906" providerId="LiveId" clId="{8B2AFFF0-24E6-4C11-96BD-9CFEC3279D16}" dt="2025-12-31T17:40:11.795" v="642" actId="26606"/>
          <ac:spMkLst>
            <pc:docMk/>
            <pc:sldMk cId="0" sldId="262"/>
            <ac:spMk id="15" creationId="{063BBA22-50EA-4C4D-BE05-F1CE4E63AA56}"/>
          </ac:spMkLst>
        </pc:spChg>
        <pc:spChg chg="add">
          <ac:chgData name="Juan Maldonado" userId="6ecec58c07d19906" providerId="LiveId" clId="{8B2AFFF0-24E6-4C11-96BD-9CFEC3279D16}" dt="2025-12-31T17:40:11.795" v="642" actId="26606"/>
          <ac:spMkLst>
            <pc:docMk/>
            <pc:sldMk cId="0" sldId="262"/>
            <ac:spMk id="20" creationId="{BACC6370-2D7E-4714-9D71-7542949D7D5D}"/>
          </ac:spMkLst>
        </pc:spChg>
        <pc:spChg chg="add">
          <ac:chgData name="Juan Maldonado" userId="6ecec58c07d19906" providerId="LiveId" clId="{8B2AFFF0-24E6-4C11-96BD-9CFEC3279D16}" dt="2025-12-31T17:40:11.795" v="642" actId="26606"/>
          <ac:spMkLst>
            <pc:docMk/>
            <pc:sldMk cId="0" sldId="262"/>
            <ac:spMk id="22" creationId="{F68B3F68-107C-434F-AA38-110D5EA91B85}"/>
          </ac:spMkLst>
        </pc:spChg>
        <pc:spChg chg="add">
          <ac:chgData name="Juan Maldonado" userId="6ecec58c07d19906" providerId="LiveId" clId="{8B2AFFF0-24E6-4C11-96BD-9CFEC3279D16}" dt="2025-12-31T17:40:11.795" v="642" actId="26606"/>
          <ac:spMkLst>
            <pc:docMk/>
            <pc:sldMk cId="0" sldId="262"/>
            <ac:spMk id="24" creationId="{AAD0DBB9-1A4B-4391-81D4-CB19F9AB918A}"/>
          </ac:spMkLst>
        </pc:spChg>
        <pc:spChg chg="add">
          <ac:chgData name="Juan Maldonado" userId="6ecec58c07d19906" providerId="LiveId" clId="{8B2AFFF0-24E6-4C11-96BD-9CFEC3279D16}" dt="2025-12-31T17:40:11.795" v="642" actId="26606"/>
          <ac:spMkLst>
            <pc:docMk/>
            <pc:sldMk cId="0" sldId="262"/>
            <ac:spMk id="26" creationId="{063BBA22-50EA-4C4D-BE05-F1CE4E63AA56}"/>
          </ac:spMkLst>
        </pc:spChg>
        <pc:graphicFrameChg chg="add mod modGraphic">
          <ac:chgData name="Juan Maldonado" userId="6ecec58c07d19906" providerId="LiveId" clId="{8B2AFFF0-24E6-4C11-96BD-9CFEC3279D16}" dt="2025-12-31T17:40:11.795" v="642" actId="26606"/>
          <ac:graphicFrameMkLst>
            <pc:docMk/>
            <pc:sldMk cId="0" sldId="262"/>
            <ac:graphicFrameMk id="5" creationId="{C7304B61-4879-57C6-6566-E6D6122A6CA1}"/>
          </ac:graphicFrameMkLst>
        </pc:graphicFrameChg>
      </pc:sldChg>
      <pc:sldChg chg="addSp delSp modSp mod setBg modNotesTx">
        <pc:chgData name="Juan Maldonado" userId="6ecec58c07d19906" providerId="LiveId" clId="{8B2AFFF0-24E6-4C11-96BD-9CFEC3279D16}" dt="2025-12-31T17:45:38.339" v="662" actId="113"/>
        <pc:sldMkLst>
          <pc:docMk/>
          <pc:sldMk cId="0" sldId="263"/>
        </pc:sldMkLst>
        <pc:spChg chg="mod">
          <ac:chgData name="Juan Maldonado" userId="6ecec58c07d19906" providerId="LiveId" clId="{8B2AFFF0-24E6-4C11-96BD-9CFEC3279D16}" dt="2025-12-31T17:41:58.187" v="643"/>
          <ac:spMkLst>
            <pc:docMk/>
            <pc:sldMk cId="0" sldId="263"/>
            <ac:spMk id="2" creationId="{00000000-0000-0000-0000-000000000000}"/>
          </ac:spMkLst>
        </pc:spChg>
        <pc:spChg chg="add">
          <ac:chgData name="Juan Maldonado" userId="6ecec58c07d19906" providerId="LiveId" clId="{8B2AFFF0-24E6-4C11-96BD-9CFEC3279D16}" dt="2025-12-26T07:28:41.815" v="461" actId="26606"/>
          <ac:spMkLst>
            <pc:docMk/>
            <pc:sldMk cId="0" sldId="263"/>
            <ac:spMk id="9" creationId="{BACC6370-2D7E-4714-9D71-7542949D7D5D}"/>
          </ac:spMkLst>
        </pc:spChg>
        <pc:spChg chg="add">
          <ac:chgData name="Juan Maldonado" userId="6ecec58c07d19906" providerId="LiveId" clId="{8B2AFFF0-24E6-4C11-96BD-9CFEC3279D16}" dt="2025-12-26T07:28:41.815" v="461" actId="26606"/>
          <ac:spMkLst>
            <pc:docMk/>
            <pc:sldMk cId="0" sldId="263"/>
            <ac:spMk id="11" creationId="{F68B3F68-107C-434F-AA38-110D5EA91B85}"/>
          </ac:spMkLst>
        </pc:spChg>
        <pc:spChg chg="add">
          <ac:chgData name="Juan Maldonado" userId="6ecec58c07d19906" providerId="LiveId" clId="{8B2AFFF0-24E6-4C11-96BD-9CFEC3279D16}" dt="2025-12-26T07:28:41.815" v="461" actId="26606"/>
          <ac:spMkLst>
            <pc:docMk/>
            <pc:sldMk cId="0" sldId="263"/>
            <ac:spMk id="13" creationId="{AAD0DBB9-1A4B-4391-81D4-CB19F9AB918A}"/>
          </ac:spMkLst>
        </pc:spChg>
        <pc:spChg chg="add">
          <ac:chgData name="Juan Maldonado" userId="6ecec58c07d19906" providerId="LiveId" clId="{8B2AFFF0-24E6-4C11-96BD-9CFEC3279D16}" dt="2025-12-26T07:28:41.815" v="461" actId="26606"/>
          <ac:spMkLst>
            <pc:docMk/>
            <pc:sldMk cId="0" sldId="263"/>
            <ac:spMk id="15" creationId="{063BBA22-50EA-4C4D-BE05-F1CE4E63AA56}"/>
          </ac:spMkLst>
        </pc:spChg>
        <pc:graphicFrameChg chg="add mod modGraphic">
          <ac:chgData name="Juan Maldonado" userId="6ecec58c07d19906" providerId="LiveId" clId="{8B2AFFF0-24E6-4C11-96BD-9CFEC3279D16}" dt="2025-12-31T17:43:31.760" v="652"/>
          <ac:graphicFrameMkLst>
            <pc:docMk/>
            <pc:sldMk cId="0" sldId="263"/>
            <ac:graphicFrameMk id="5" creationId="{64347B7A-3FBD-A4A9-9C63-BB7495578959}"/>
          </ac:graphicFrameMkLst>
        </pc:graphicFrameChg>
      </pc:sldChg>
      <pc:sldChg chg="addSp delSp modSp mod setBg modNotesTx">
        <pc:chgData name="Juan Maldonado" userId="6ecec58c07d19906" providerId="LiveId" clId="{8B2AFFF0-24E6-4C11-96BD-9CFEC3279D16}" dt="2025-12-31T17:48:58.284" v="668" actId="20577"/>
        <pc:sldMkLst>
          <pc:docMk/>
          <pc:sldMk cId="0" sldId="264"/>
        </pc:sldMkLst>
        <pc:spChg chg="mod">
          <ac:chgData name="Juan Maldonado" userId="6ecec58c07d19906" providerId="LiveId" clId="{8B2AFFF0-24E6-4C11-96BD-9CFEC3279D16}" dt="2025-12-26T07:28:54.835" v="462" actId="26606"/>
          <ac:spMkLst>
            <pc:docMk/>
            <pc:sldMk cId="0" sldId="264"/>
            <ac:spMk id="2" creationId="{00000000-0000-0000-0000-000000000000}"/>
          </ac:spMkLst>
        </pc:spChg>
        <pc:spChg chg="add">
          <ac:chgData name="Juan Maldonado" userId="6ecec58c07d19906" providerId="LiveId" clId="{8B2AFFF0-24E6-4C11-96BD-9CFEC3279D16}" dt="2025-12-26T07:28:54.835" v="462" actId="26606"/>
          <ac:spMkLst>
            <pc:docMk/>
            <pc:sldMk cId="0" sldId="264"/>
            <ac:spMk id="9" creationId="{BACC6370-2D7E-4714-9D71-7542949D7D5D}"/>
          </ac:spMkLst>
        </pc:spChg>
        <pc:spChg chg="add">
          <ac:chgData name="Juan Maldonado" userId="6ecec58c07d19906" providerId="LiveId" clId="{8B2AFFF0-24E6-4C11-96BD-9CFEC3279D16}" dt="2025-12-26T07:28:54.835" v="462" actId="26606"/>
          <ac:spMkLst>
            <pc:docMk/>
            <pc:sldMk cId="0" sldId="264"/>
            <ac:spMk id="11" creationId="{F68B3F68-107C-434F-AA38-110D5EA91B85}"/>
          </ac:spMkLst>
        </pc:spChg>
        <pc:spChg chg="add">
          <ac:chgData name="Juan Maldonado" userId="6ecec58c07d19906" providerId="LiveId" clId="{8B2AFFF0-24E6-4C11-96BD-9CFEC3279D16}" dt="2025-12-26T07:28:54.835" v="462" actId="26606"/>
          <ac:spMkLst>
            <pc:docMk/>
            <pc:sldMk cId="0" sldId="264"/>
            <ac:spMk id="13" creationId="{AAD0DBB9-1A4B-4391-81D4-CB19F9AB918A}"/>
          </ac:spMkLst>
        </pc:spChg>
        <pc:spChg chg="add">
          <ac:chgData name="Juan Maldonado" userId="6ecec58c07d19906" providerId="LiveId" clId="{8B2AFFF0-24E6-4C11-96BD-9CFEC3279D16}" dt="2025-12-26T07:28:54.835" v="462" actId="26606"/>
          <ac:spMkLst>
            <pc:docMk/>
            <pc:sldMk cId="0" sldId="264"/>
            <ac:spMk id="15" creationId="{063BBA22-50EA-4C4D-BE05-F1CE4E63AA56}"/>
          </ac:spMkLst>
        </pc:spChg>
        <pc:graphicFrameChg chg="add modGraphic">
          <ac:chgData name="Juan Maldonado" userId="6ecec58c07d19906" providerId="LiveId" clId="{8B2AFFF0-24E6-4C11-96BD-9CFEC3279D16}" dt="2025-12-31T17:48:29.510" v="664" actId="20577"/>
          <ac:graphicFrameMkLst>
            <pc:docMk/>
            <pc:sldMk cId="0" sldId="264"/>
            <ac:graphicFrameMk id="5" creationId="{F60BA47A-7A95-120E-E435-9E631AD34A46}"/>
          </ac:graphicFrameMkLst>
        </pc:graphicFrameChg>
      </pc:sldChg>
      <pc:sldChg chg="addSp delSp modSp mod setBg modNotesTx">
        <pc:chgData name="Juan Maldonado" userId="6ecec58c07d19906" providerId="LiveId" clId="{8B2AFFF0-24E6-4C11-96BD-9CFEC3279D16}" dt="2025-12-31T18:01:13.420" v="704" actId="20577"/>
        <pc:sldMkLst>
          <pc:docMk/>
          <pc:sldMk cId="0" sldId="265"/>
        </pc:sldMkLst>
        <pc:spChg chg="mod">
          <ac:chgData name="Juan Maldonado" userId="6ecec58c07d19906" providerId="LiveId" clId="{8B2AFFF0-24E6-4C11-96BD-9CFEC3279D16}" dt="2025-12-26T07:29:17.978" v="463" actId="26606"/>
          <ac:spMkLst>
            <pc:docMk/>
            <pc:sldMk cId="0" sldId="265"/>
            <ac:spMk id="2" creationId="{00000000-0000-0000-0000-000000000000}"/>
          </ac:spMkLst>
        </pc:spChg>
        <pc:spChg chg="add">
          <ac:chgData name="Juan Maldonado" userId="6ecec58c07d19906" providerId="LiveId" clId="{8B2AFFF0-24E6-4C11-96BD-9CFEC3279D16}" dt="2025-12-26T07:29:17.978" v="463" actId="26606"/>
          <ac:spMkLst>
            <pc:docMk/>
            <pc:sldMk cId="0" sldId="265"/>
            <ac:spMk id="9" creationId="{BACC6370-2D7E-4714-9D71-7542949D7D5D}"/>
          </ac:spMkLst>
        </pc:spChg>
        <pc:spChg chg="add">
          <ac:chgData name="Juan Maldonado" userId="6ecec58c07d19906" providerId="LiveId" clId="{8B2AFFF0-24E6-4C11-96BD-9CFEC3279D16}" dt="2025-12-26T07:29:17.978" v="463" actId="26606"/>
          <ac:spMkLst>
            <pc:docMk/>
            <pc:sldMk cId="0" sldId="265"/>
            <ac:spMk id="11" creationId="{F68B3F68-107C-434F-AA38-110D5EA91B85}"/>
          </ac:spMkLst>
        </pc:spChg>
        <pc:spChg chg="add">
          <ac:chgData name="Juan Maldonado" userId="6ecec58c07d19906" providerId="LiveId" clId="{8B2AFFF0-24E6-4C11-96BD-9CFEC3279D16}" dt="2025-12-26T07:29:17.978" v="463" actId="26606"/>
          <ac:spMkLst>
            <pc:docMk/>
            <pc:sldMk cId="0" sldId="265"/>
            <ac:spMk id="13" creationId="{AAD0DBB9-1A4B-4391-81D4-CB19F9AB918A}"/>
          </ac:spMkLst>
        </pc:spChg>
        <pc:spChg chg="add">
          <ac:chgData name="Juan Maldonado" userId="6ecec58c07d19906" providerId="LiveId" clId="{8B2AFFF0-24E6-4C11-96BD-9CFEC3279D16}" dt="2025-12-26T07:29:17.978" v="463" actId="26606"/>
          <ac:spMkLst>
            <pc:docMk/>
            <pc:sldMk cId="0" sldId="265"/>
            <ac:spMk id="15" creationId="{063BBA22-50EA-4C4D-BE05-F1CE4E63AA56}"/>
          </ac:spMkLst>
        </pc:spChg>
        <pc:graphicFrameChg chg="add">
          <ac:chgData name="Juan Maldonado" userId="6ecec58c07d19906" providerId="LiveId" clId="{8B2AFFF0-24E6-4C11-96BD-9CFEC3279D16}" dt="2025-12-26T07:29:17.978" v="463" actId="26606"/>
          <ac:graphicFrameMkLst>
            <pc:docMk/>
            <pc:sldMk cId="0" sldId="265"/>
            <ac:graphicFrameMk id="5" creationId="{45D79ABE-67B2-00F8-BC44-F69B92E922DE}"/>
          </ac:graphicFrameMkLst>
        </pc:graphicFrameChg>
      </pc:sldChg>
      <pc:sldChg chg="addSp delSp modSp mod setBg modNotesTx">
        <pc:chgData name="Juan Maldonado" userId="6ecec58c07d19906" providerId="LiveId" clId="{8B2AFFF0-24E6-4C11-96BD-9CFEC3279D16}" dt="2025-12-31T18:07:10.181" v="725" actId="113"/>
        <pc:sldMkLst>
          <pc:docMk/>
          <pc:sldMk cId="0" sldId="266"/>
        </pc:sldMkLst>
        <pc:spChg chg="mod">
          <ac:chgData name="Juan Maldonado" userId="6ecec58c07d19906" providerId="LiveId" clId="{8B2AFFF0-24E6-4C11-96BD-9CFEC3279D16}" dt="2025-12-26T07:29:24.541" v="464" actId="26606"/>
          <ac:spMkLst>
            <pc:docMk/>
            <pc:sldMk cId="0" sldId="266"/>
            <ac:spMk id="2" creationId="{00000000-0000-0000-0000-000000000000}"/>
          </ac:spMkLst>
        </pc:spChg>
        <pc:spChg chg="add">
          <ac:chgData name="Juan Maldonado" userId="6ecec58c07d19906" providerId="LiveId" clId="{8B2AFFF0-24E6-4C11-96BD-9CFEC3279D16}" dt="2025-12-26T07:29:24.541" v="464" actId="26606"/>
          <ac:spMkLst>
            <pc:docMk/>
            <pc:sldMk cId="0" sldId="266"/>
            <ac:spMk id="9" creationId="{BACC6370-2D7E-4714-9D71-7542949D7D5D}"/>
          </ac:spMkLst>
        </pc:spChg>
        <pc:spChg chg="add">
          <ac:chgData name="Juan Maldonado" userId="6ecec58c07d19906" providerId="LiveId" clId="{8B2AFFF0-24E6-4C11-96BD-9CFEC3279D16}" dt="2025-12-26T07:29:24.541" v="464" actId="26606"/>
          <ac:spMkLst>
            <pc:docMk/>
            <pc:sldMk cId="0" sldId="266"/>
            <ac:spMk id="11" creationId="{F68B3F68-107C-434F-AA38-110D5EA91B85}"/>
          </ac:spMkLst>
        </pc:spChg>
        <pc:spChg chg="add">
          <ac:chgData name="Juan Maldonado" userId="6ecec58c07d19906" providerId="LiveId" clId="{8B2AFFF0-24E6-4C11-96BD-9CFEC3279D16}" dt="2025-12-26T07:29:24.541" v="464" actId="26606"/>
          <ac:spMkLst>
            <pc:docMk/>
            <pc:sldMk cId="0" sldId="266"/>
            <ac:spMk id="13" creationId="{AAD0DBB9-1A4B-4391-81D4-CB19F9AB918A}"/>
          </ac:spMkLst>
        </pc:spChg>
        <pc:spChg chg="add">
          <ac:chgData name="Juan Maldonado" userId="6ecec58c07d19906" providerId="LiveId" clId="{8B2AFFF0-24E6-4C11-96BD-9CFEC3279D16}" dt="2025-12-26T07:29:24.541" v="464" actId="26606"/>
          <ac:spMkLst>
            <pc:docMk/>
            <pc:sldMk cId="0" sldId="266"/>
            <ac:spMk id="15" creationId="{063BBA22-50EA-4C4D-BE05-F1CE4E63AA56}"/>
          </ac:spMkLst>
        </pc:spChg>
        <pc:graphicFrameChg chg="add">
          <ac:chgData name="Juan Maldonado" userId="6ecec58c07d19906" providerId="LiveId" clId="{8B2AFFF0-24E6-4C11-96BD-9CFEC3279D16}" dt="2025-12-26T07:29:24.541" v="464" actId="26606"/>
          <ac:graphicFrameMkLst>
            <pc:docMk/>
            <pc:sldMk cId="0" sldId="266"/>
            <ac:graphicFrameMk id="5" creationId="{7419D518-B291-EF43-01C2-30633184971C}"/>
          </ac:graphicFrameMkLst>
        </pc:graphicFrameChg>
      </pc:sldChg>
      <pc:sldChg chg="addSp delSp modSp mod setBg modNotesTx">
        <pc:chgData name="Juan Maldonado" userId="6ecec58c07d19906" providerId="LiveId" clId="{8B2AFFF0-24E6-4C11-96BD-9CFEC3279D16}" dt="2025-12-31T18:02:46.550" v="710" actId="20577"/>
        <pc:sldMkLst>
          <pc:docMk/>
          <pc:sldMk cId="0" sldId="267"/>
        </pc:sldMkLst>
        <pc:spChg chg="mod">
          <ac:chgData name="Juan Maldonado" userId="6ecec58c07d19906" providerId="LiveId" clId="{8B2AFFF0-24E6-4C11-96BD-9CFEC3279D16}" dt="2025-12-26T07:29:51.760" v="466" actId="26606"/>
          <ac:spMkLst>
            <pc:docMk/>
            <pc:sldMk cId="0" sldId="267"/>
            <ac:spMk id="2" creationId="{00000000-0000-0000-0000-000000000000}"/>
          </ac:spMkLst>
        </pc:spChg>
        <pc:spChg chg="add">
          <ac:chgData name="Juan Maldonado" userId="6ecec58c07d19906" providerId="LiveId" clId="{8B2AFFF0-24E6-4C11-96BD-9CFEC3279D16}" dt="2025-12-26T07:29:51.760" v="466" actId="26606"/>
          <ac:spMkLst>
            <pc:docMk/>
            <pc:sldMk cId="0" sldId="267"/>
            <ac:spMk id="9" creationId="{BACC6370-2D7E-4714-9D71-7542949D7D5D}"/>
          </ac:spMkLst>
        </pc:spChg>
        <pc:spChg chg="add">
          <ac:chgData name="Juan Maldonado" userId="6ecec58c07d19906" providerId="LiveId" clId="{8B2AFFF0-24E6-4C11-96BD-9CFEC3279D16}" dt="2025-12-26T07:29:51.760" v="466" actId="26606"/>
          <ac:spMkLst>
            <pc:docMk/>
            <pc:sldMk cId="0" sldId="267"/>
            <ac:spMk id="11" creationId="{F68B3F68-107C-434F-AA38-110D5EA91B85}"/>
          </ac:spMkLst>
        </pc:spChg>
        <pc:spChg chg="add">
          <ac:chgData name="Juan Maldonado" userId="6ecec58c07d19906" providerId="LiveId" clId="{8B2AFFF0-24E6-4C11-96BD-9CFEC3279D16}" dt="2025-12-26T07:29:51.760" v="466" actId="26606"/>
          <ac:spMkLst>
            <pc:docMk/>
            <pc:sldMk cId="0" sldId="267"/>
            <ac:spMk id="13" creationId="{AAD0DBB9-1A4B-4391-81D4-CB19F9AB918A}"/>
          </ac:spMkLst>
        </pc:spChg>
        <pc:spChg chg="add">
          <ac:chgData name="Juan Maldonado" userId="6ecec58c07d19906" providerId="LiveId" clId="{8B2AFFF0-24E6-4C11-96BD-9CFEC3279D16}" dt="2025-12-26T07:29:51.760" v="466" actId="26606"/>
          <ac:spMkLst>
            <pc:docMk/>
            <pc:sldMk cId="0" sldId="267"/>
            <ac:spMk id="15" creationId="{063BBA22-50EA-4C4D-BE05-F1CE4E63AA56}"/>
          </ac:spMkLst>
        </pc:spChg>
        <pc:graphicFrameChg chg="add">
          <ac:chgData name="Juan Maldonado" userId="6ecec58c07d19906" providerId="LiveId" clId="{8B2AFFF0-24E6-4C11-96BD-9CFEC3279D16}" dt="2025-12-26T07:29:51.760" v="466" actId="26606"/>
          <ac:graphicFrameMkLst>
            <pc:docMk/>
            <pc:sldMk cId="0" sldId="267"/>
            <ac:graphicFrameMk id="5" creationId="{20BD5B90-8DFB-20EB-8800-EADF66E99CFC}"/>
          </ac:graphicFrameMkLst>
        </pc:graphicFrameChg>
      </pc:sldChg>
      <pc:sldChg chg="addSp modSp mod setBg">
        <pc:chgData name="Juan Maldonado" userId="6ecec58c07d19906" providerId="LiveId" clId="{8B2AFFF0-24E6-4C11-96BD-9CFEC3279D16}" dt="2025-12-31T18:20:26.769" v="748" actId="27636"/>
        <pc:sldMkLst>
          <pc:docMk/>
          <pc:sldMk cId="0" sldId="268"/>
        </pc:sldMkLst>
        <pc:spChg chg="mod">
          <ac:chgData name="Juan Maldonado" userId="6ecec58c07d19906" providerId="LiveId" clId="{8B2AFFF0-24E6-4C11-96BD-9CFEC3279D16}" dt="2025-12-26T07:30:00.936" v="467" actId="26606"/>
          <ac:spMkLst>
            <pc:docMk/>
            <pc:sldMk cId="0" sldId="268"/>
            <ac:spMk id="2" creationId="{00000000-0000-0000-0000-000000000000}"/>
          </ac:spMkLst>
        </pc:spChg>
        <pc:spChg chg="mod">
          <ac:chgData name="Juan Maldonado" userId="6ecec58c07d19906" providerId="LiveId" clId="{8B2AFFF0-24E6-4C11-96BD-9CFEC3279D16}" dt="2025-12-31T18:20:26.769" v="748" actId="27636"/>
          <ac:spMkLst>
            <pc:docMk/>
            <pc:sldMk cId="0" sldId="268"/>
            <ac:spMk id="3" creationId="{00000000-0000-0000-0000-000000000000}"/>
          </ac:spMkLst>
        </pc:spChg>
        <pc:spChg chg="add">
          <ac:chgData name="Juan Maldonado" userId="6ecec58c07d19906" providerId="LiveId" clId="{8B2AFFF0-24E6-4C11-96BD-9CFEC3279D16}" dt="2025-12-26T07:30:00.936" v="467" actId="26606"/>
          <ac:spMkLst>
            <pc:docMk/>
            <pc:sldMk cId="0" sldId="268"/>
            <ac:spMk id="8" creationId="{1B15ED52-F352-441B-82BF-E0EA34836D08}"/>
          </ac:spMkLst>
        </pc:spChg>
        <pc:spChg chg="add">
          <ac:chgData name="Juan Maldonado" userId="6ecec58c07d19906" providerId="LiveId" clId="{8B2AFFF0-24E6-4C11-96BD-9CFEC3279D16}" dt="2025-12-26T07:30:00.936" v="467" actId="26606"/>
          <ac:spMkLst>
            <pc:docMk/>
            <pc:sldMk cId="0" sldId="268"/>
            <ac:spMk id="10" creationId="{3B2E3793-BFE6-45A2-9B7B-E18844431C99}"/>
          </ac:spMkLst>
        </pc:spChg>
        <pc:spChg chg="add">
          <ac:chgData name="Juan Maldonado" userId="6ecec58c07d19906" providerId="LiveId" clId="{8B2AFFF0-24E6-4C11-96BD-9CFEC3279D16}" dt="2025-12-26T07:30:00.936" v="467" actId="26606"/>
          <ac:spMkLst>
            <pc:docMk/>
            <pc:sldMk cId="0" sldId="268"/>
            <ac:spMk id="12" creationId="{BC4C4868-CB8F-4AF9-9CDB-8108F2C19B67}"/>
          </ac:spMkLst>
        </pc:spChg>
        <pc:spChg chg="add">
          <ac:chgData name="Juan Maldonado" userId="6ecec58c07d19906" providerId="LiveId" clId="{8B2AFFF0-24E6-4C11-96BD-9CFEC3279D16}" dt="2025-12-26T07:30:00.936" v="467" actId="26606"/>
          <ac:spMkLst>
            <pc:docMk/>
            <pc:sldMk cId="0" sldId="268"/>
            <ac:spMk id="14" creationId="{375E0459-6403-40CD-989D-56A4407CA12E}"/>
          </ac:spMkLst>
        </pc:spChg>
        <pc:spChg chg="add">
          <ac:chgData name="Juan Maldonado" userId="6ecec58c07d19906" providerId="LiveId" clId="{8B2AFFF0-24E6-4C11-96BD-9CFEC3279D16}" dt="2025-12-26T07:30:00.936" v="467" actId="26606"/>
          <ac:spMkLst>
            <pc:docMk/>
            <pc:sldMk cId="0" sldId="268"/>
            <ac:spMk id="16" creationId="{53E5B1A8-3AC9-4BD1-9BBC-78CA94F2D1BA}"/>
          </ac:spMkLst>
        </pc:spChg>
      </pc:sldChg>
      <pc:sldChg chg="addSp delSp modSp add mod ord setBg modNotesTx">
        <pc:chgData name="Juan Maldonado" userId="6ecec58c07d19906" providerId="LiveId" clId="{8B2AFFF0-24E6-4C11-96BD-9CFEC3279D16}" dt="2025-12-31T18:02:29.881" v="707" actId="20577"/>
        <pc:sldMkLst>
          <pc:docMk/>
          <pc:sldMk cId="3163464164" sldId="269"/>
        </pc:sldMkLst>
        <pc:spChg chg="mod">
          <ac:chgData name="Juan Maldonado" userId="6ecec58c07d19906" providerId="LiveId" clId="{8B2AFFF0-24E6-4C11-96BD-9CFEC3279D16}" dt="2025-12-26T07:29:45.697" v="465" actId="26606"/>
          <ac:spMkLst>
            <pc:docMk/>
            <pc:sldMk cId="3163464164" sldId="269"/>
            <ac:spMk id="2" creationId="{2FD7F8BA-1738-D9FB-1CB0-3C0541879F96}"/>
          </ac:spMkLst>
        </pc:spChg>
        <pc:spChg chg="add">
          <ac:chgData name="Juan Maldonado" userId="6ecec58c07d19906" providerId="LiveId" clId="{8B2AFFF0-24E6-4C11-96BD-9CFEC3279D16}" dt="2025-12-26T07:29:45.697" v="465" actId="26606"/>
          <ac:spMkLst>
            <pc:docMk/>
            <pc:sldMk cId="3163464164" sldId="269"/>
            <ac:spMk id="9" creationId="{BACC6370-2D7E-4714-9D71-7542949D7D5D}"/>
          </ac:spMkLst>
        </pc:spChg>
        <pc:spChg chg="add">
          <ac:chgData name="Juan Maldonado" userId="6ecec58c07d19906" providerId="LiveId" clId="{8B2AFFF0-24E6-4C11-96BD-9CFEC3279D16}" dt="2025-12-26T07:29:45.697" v="465" actId="26606"/>
          <ac:spMkLst>
            <pc:docMk/>
            <pc:sldMk cId="3163464164" sldId="269"/>
            <ac:spMk id="11" creationId="{F68B3F68-107C-434F-AA38-110D5EA91B85}"/>
          </ac:spMkLst>
        </pc:spChg>
        <pc:spChg chg="add">
          <ac:chgData name="Juan Maldonado" userId="6ecec58c07d19906" providerId="LiveId" clId="{8B2AFFF0-24E6-4C11-96BD-9CFEC3279D16}" dt="2025-12-26T07:29:45.697" v="465" actId="26606"/>
          <ac:spMkLst>
            <pc:docMk/>
            <pc:sldMk cId="3163464164" sldId="269"/>
            <ac:spMk id="13" creationId="{AAD0DBB9-1A4B-4391-81D4-CB19F9AB918A}"/>
          </ac:spMkLst>
        </pc:spChg>
        <pc:spChg chg="add">
          <ac:chgData name="Juan Maldonado" userId="6ecec58c07d19906" providerId="LiveId" clId="{8B2AFFF0-24E6-4C11-96BD-9CFEC3279D16}" dt="2025-12-26T07:29:45.697" v="465" actId="26606"/>
          <ac:spMkLst>
            <pc:docMk/>
            <pc:sldMk cId="3163464164" sldId="269"/>
            <ac:spMk id="15" creationId="{063BBA22-50EA-4C4D-BE05-F1CE4E63AA56}"/>
          </ac:spMkLst>
        </pc:spChg>
        <pc:graphicFrameChg chg="add">
          <ac:chgData name="Juan Maldonado" userId="6ecec58c07d19906" providerId="LiveId" clId="{8B2AFFF0-24E6-4C11-96BD-9CFEC3279D16}" dt="2025-12-26T07:29:45.697" v="465" actId="26606"/>
          <ac:graphicFrameMkLst>
            <pc:docMk/>
            <pc:sldMk cId="3163464164" sldId="269"/>
            <ac:graphicFrameMk id="5" creationId="{47B23E4C-D01D-9290-828C-1C6F3B253F48}"/>
          </ac:graphicFrameMkLst>
        </pc:graphicFrameChg>
      </pc:sldChg>
      <pc:sldChg chg="addSp delSp modSp new mod ord setBg modClrScheme addAnim modAnim chgLayout">
        <pc:chgData name="Juan Maldonado" userId="6ecec58c07d19906" providerId="LiveId" clId="{8B2AFFF0-24E6-4C11-96BD-9CFEC3279D16}" dt="2025-12-31T16:32:29.907" v="484" actId="122"/>
        <pc:sldMkLst>
          <pc:docMk/>
          <pc:sldMk cId="286287440" sldId="270"/>
        </pc:sldMkLst>
        <pc:spChg chg="add mod ord">
          <ac:chgData name="Juan Maldonado" userId="6ecec58c07d19906" providerId="LiveId" clId="{8B2AFFF0-24E6-4C11-96BD-9CFEC3279D16}" dt="2025-12-31T16:32:29.907" v="484" actId="122"/>
          <ac:spMkLst>
            <pc:docMk/>
            <pc:sldMk cId="286287440" sldId="270"/>
            <ac:spMk id="4" creationId="{F2DAF282-6415-2929-297F-6BEC842080B1}"/>
          </ac:spMkLst>
        </pc:spChg>
        <pc:spChg chg="add mod ord">
          <ac:chgData name="Juan Maldonado" userId="6ecec58c07d19906" providerId="LiveId" clId="{8B2AFFF0-24E6-4C11-96BD-9CFEC3279D16}" dt="2025-12-31T16:32:22.552" v="482" actId="20577"/>
          <ac:spMkLst>
            <pc:docMk/>
            <pc:sldMk cId="286287440" sldId="270"/>
            <ac:spMk id="5" creationId="{34F24E08-99E0-ECD9-F22D-821F6CDFF314}"/>
          </ac:spMkLst>
        </pc:spChg>
        <pc:spChg chg="add">
          <ac:chgData name="Juan Maldonado" userId="6ecec58c07d19906" providerId="LiveId" clId="{8B2AFFF0-24E6-4C11-96BD-9CFEC3279D16}" dt="2025-12-26T07:26:41.058" v="451" actId="26606"/>
          <ac:spMkLst>
            <pc:docMk/>
            <pc:sldMk cId="286287440" sldId="270"/>
            <ac:spMk id="10" creationId="{6F5A5072-7B47-4D32-B52A-4EBBF590B8A5}"/>
          </ac:spMkLst>
        </pc:spChg>
        <pc:spChg chg="add">
          <ac:chgData name="Juan Maldonado" userId="6ecec58c07d19906" providerId="LiveId" clId="{8B2AFFF0-24E6-4C11-96BD-9CFEC3279D16}" dt="2025-12-26T07:26:41.058" v="451" actId="26606"/>
          <ac:spMkLst>
            <pc:docMk/>
            <pc:sldMk cId="286287440" sldId="270"/>
            <ac:spMk id="12" creationId="{9715DAF0-AE1B-46C9-8A6B-DB2AA05AB91D}"/>
          </ac:spMkLst>
        </pc:spChg>
        <pc:spChg chg="add">
          <ac:chgData name="Juan Maldonado" userId="6ecec58c07d19906" providerId="LiveId" clId="{8B2AFFF0-24E6-4C11-96BD-9CFEC3279D16}" dt="2025-12-26T07:26:41.058" v="451" actId="26606"/>
          <ac:spMkLst>
            <pc:docMk/>
            <pc:sldMk cId="286287440" sldId="270"/>
            <ac:spMk id="14" creationId="{6016219D-510E-4184-9090-6D5578A87BD1}"/>
          </ac:spMkLst>
        </pc:spChg>
        <pc:spChg chg="add">
          <ac:chgData name="Juan Maldonado" userId="6ecec58c07d19906" providerId="LiveId" clId="{8B2AFFF0-24E6-4C11-96BD-9CFEC3279D16}" dt="2025-12-26T07:26:41.058" v="451" actId="26606"/>
          <ac:spMkLst>
            <pc:docMk/>
            <pc:sldMk cId="286287440" sldId="270"/>
            <ac:spMk id="16" creationId="{AFF4A713-7B75-4B21-90D7-5AB19547C728}"/>
          </ac:spMkLst>
        </pc:spChg>
        <pc:spChg chg="add">
          <ac:chgData name="Juan Maldonado" userId="6ecec58c07d19906" providerId="LiveId" clId="{8B2AFFF0-24E6-4C11-96BD-9CFEC3279D16}" dt="2025-12-26T07:26:41.058" v="451" actId="26606"/>
          <ac:spMkLst>
            <pc:docMk/>
            <pc:sldMk cId="286287440" sldId="270"/>
            <ac:spMk id="18" creationId="{DC631C0B-6DA6-4E57-8231-CE32B3434A7E}"/>
          </ac:spMkLst>
        </pc:spChg>
        <pc:spChg chg="add">
          <ac:chgData name="Juan Maldonado" userId="6ecec58c07d19906" providerId="LiveId" clId="{8B2AFFF0-24E6-4C11-96BD-9CFEC3279D16}" dt="2025-12-26T07:26:41.058" v="451" actId="26606"/>
          <ac:spMkLst>
            <pc:docMk/>
            <pc:sldMk cId="286287440" sldId="270"/>
            <ac:spMk id="20" creationId="{C29501E6-A978-4A61-9689-9085AF97A53A}"/>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ata11.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ata12.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6.svg"/></Relationships>
</file>

<file path=ppt/diagrams/_rels/data13.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5.png"/><Relationship Id="rId7" Type="http://schemas.openxmlformats.org/officeDocument/2006/relationships/image" Target="../media/image43.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6.svg"/></Relationships>
</file>

<file path=ppt/diagrams/_rels/drawing13.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5.png"/><Relationship Id="rId7" Type="http://schemas.openxmlformats.org/officeDocument/2006/relationships/image" Target="../media/image43.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0B0EB5-4D53-4270-91F7-8E0F1002E304}"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6753C23-66C9-42CF-8DA1-3EE44A556B53}">
      <dgm:prSet/>
      <dgm:spPr/>
      <dgm:t>
        <a:bodyPr/>
        <a:lstStyle/>
        <a:p>
          <a:pPr>
            <a:defRPr cap="all"/>
          </a:pPr>
          <a:r>
            <a:rPr lang="en-US"/>
            <a:t>Paper-based medical records remain widespread</a:t>
          </a:r>
        </a:p>
      </dgm:t>
    </dgm:pt>
    <dgm:pt modelId="{1E593B24-C41A-4FD3-836C-FA0272F673B2}" type="parTrans" cxnId="{A8E15055-46A8-4BD0-A55F-5688B7C2BB41}">
      <dgm:prSet/>
      <dgm:spPr/>
      <dgm:t>
        <a:bodyPr/>
        <a:lstStyle/>
        <a:p>
          <a:endParaRPr lang="en-US"/>
        </a:p>
      </dgm:t>
    </dgm:pt>
    <dgm:pt modelId="{A33C9AA4-C333-40CB-990E-5D3992041C76}" type="sibTrans" cxnId="{A8E15055-46A8-4BD0-A55F-5688B7C2BB41}">
      <dgm:prSet/>
      <dgm:spPr/>
      <dgm:t>
        <a:bodyPr/>
        <a:lstStyle/>
        <a:p>
          <a:endParaRPr lang="en-US"/>
        </a:p>
      </dgm:t>
    </dgm:pt>
    <dgm:pt modelId="{3361FECD-7E4A-4D00-A418-14F42E3F84D1}">
      <dgm:prSet/>
      <dgm:spPr/>
      <dgm:t>
        <a:bodyPr/>
        <a:lstStyle/>
        <a:p>
          <a:pPr>
            <a:defRPr cap="all"/>
          </a:pPr>
          <a:r>
            <a:rPr lang="en-US"/>
            <a:t>Historical patient data is difficult to access</a:t>
          </a:r>
        </a:p>
      </dgm:t>
    </dgm:pt>
    <dgm:pt modelId="{67A8A694-055B-46CD-91C7-E100F5DB685F}" type="parTrans" cxnId="{FEE0E238-01D6-491D-BB4C-8D42FB4639D7}">
      <dgm:prSet/>
      <dgm:spPr/>
      <dgm:t>
        <a:bodyPr/>
        <a:lstStyle/>
        <a:p>
          <a:endParaRPr lang="en-US"/>
        </a:p>
      </dgm:t>
    </dgm:pt>
    <dgm:pt modelId="{C65CCD48-4C7C-402C-B571-3494E5C160CA}" type="sibTrans" cxnId="{FEE0E238-01D6-491D-BB4C-8D42FB4639D7}">
      <dgm:prSet/>
      <dgm:spPr/>
      <dgm:t>
        <a:bodyPr/>
        <a:lstStyle/>
        <a:p>
          <a:endParaRPr lang="en-US"/>
        </a:p>
      </dgm:t>
    </dgm:pt>
    <dgm:pt modelId="{4C825FF3-CD2C-4D69-8C7D-C6C8FF80D2A2}">
      <dgm:prSet/>
      <dgm:spPr/>
      <dgm:t>
        <a:bodyPr/>
        <a:lstStyle/>
        <a:p>
          <a:pPr>
            <a:defRPr cap="all"/>
          </a:pPr>
          <a:r>
            <a:rPr lang="en-US"/>
            <a:t>Data science enables scalable digitization</a:t>
          </a:r>
        </a:p>
      </dgm:t>
    </dgm:pt>
    <dgm:pt modelId="{C0565F6D-45A6-49AD-B12B-F28A9DB13908}" type="parTrans" cxnId="{87E9A687-C001-4D3E-98E8-D695C069EED8}">
      <dgm:prSet/>
      <dgm:spPr/>
      <dgm:t>
        <a:bodyPr/>
        <a:lstStyle/>
        <a:p>
          <a:endParaRPr lang="en-US"/>
        </a:p>
      </dgm:t>
    </dgm:pt>
    <dgm:pt modelId="{B310639D-8B48-498B-9369-048C72B8FF61}" type="sibTrans" cxnId="{87E9A687-C001-4D3E-98E8-D695C069EED8}">
      <dgm:prSet/>
      <dgm:spPr/>
      <dgm:t>
        <a:bodyPr/>
        <a:lstStyle/>
        <a:p>
          <a:endParaRPr lang="en-US"/>
        </a:p>
      </dgm:t>
    </dgm:pt>
    <dgm:pt modelId="{F8E26007-95BA-46CD-B4AB-91975DB8B846}" type="pres">
      <dgm:prSet presAssocID="{7F0B0EB5-4D53-4270-91F7-8E0F1002E304}" presName="root" presStyleCnt="0">
        <dgm:presLayoutVars>
          <dgm:dir/>
          <dgm:resizeHandles val="exact"/>
        </dgm:presLayoutVars>
      </dgm:prSet>
      <dgm:spPr/>
    </dgm:pt>
    <dgm:pt modelId="{3D9BCE5B-F6A7-4127-8C37-C15361520265}" type="pres">
      <dgm:prSet presAssocID="{A6753C23-66C9-42CF-8DA1-3EE44A556B53}" presName="compNode" presStyleCnt="0"/>
      <dgm:spPr/>
    </dgm:pt>
    <dgm:pt modelId="{BD272177-FF58-454E-83C9-D353A675EE74}" type="pres">
      <dgm:prSet presAssocID="{A6753C23-66C9-42CF-8DA1-3EE44A556B53}" presName="iconBgRect" presStyleLbl="bgShp" presStyleIdx="0" presStyleCnt="3"/>
      <dgm:spPr/>
    </dgm:pt>
    <dgm:pt modelId="{26F73BD4-9F8E-407A-AF7E-11C9B92460CB}" type="pres">
      <dgm:prSet presAssocID="{A6753C23-66C9-42CF-8DA1-3EE44A556B5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F3FCC6C3-ED7B-410F-8139-C06A64EE651D}" type="pres">
      <dgm:prSet presAssocID="{A6753C23-66C9-42CF-8DA1-3EE44A556B53}" presName="spaceRect" presStyleCnt="0"/>
      <dgm:spPr/>
    </dgm:pt>
    <dgm:pt modelId="{8795E266-6B89-493A-85C8-8A017BA221CA}" type="pres">
      <dgm:prSet presAssocID="{A6753C23-66C9-42CF-8DA1-3EE44A556B53}" presName="textRect" presStyleLbl="revTx" presStyleIdx="0" presStyleCnt="3">
        <dgm:presLayoutVars>
          <dgm:chMax val="1"/>
          <dgm:chPref val="1"/>
        </dgm:presLayoutVars>
      </dgm:prSet>
      <dgm:spPr/>
    </dgm:pt>
    <dgm:pt modelId="{06CC0F39-86B9-44AE-A4B8-FBF4C8925A89}" type="pres">
      <dgm:prSet presAssocID="{A33C9AA4-C333-40CB-990E-5D3992041C76}" presName="sibTrans" presStyleCnt="0"/>
      <dgm:spPr/>
    </dgm:pt>
    <dgm:pt modelId="{896C2DA4-C6B9-4C72-8D63-BE82A1D8DA39}" type="pres">
      <dgm:prSet presAssocID="{3361FECD-7E4A-4D00-A418-14F42E3F84D1}" presName="compNode" presStyleCnt="0"/>
      <dgm:spPr/>
    </dgm:pt>
    <dgm:pt modelId="{0A9F6AE2-21DD-4BDA-9A0D-3F34596EFFC3}" type="pres">
      <dgm:prSet presAssocID="{3361FECD-7E4A-4D00-A418-14F42E3F84D1}" presName="iconBgRect" presStyleLbl="bgShp" presStyleIdx="1" presStyleCnt="3"/>
      <dgm:spPr/>
    </dgm:pt>
    <dgm:pt modelId="{CD946734-44B8-40D1-822B-2A8AE137EDD1}" type="pres">
      <dgm:prSet presAssocID="{3361FECD-7E4A-4D00-A418-14F42E3F84D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3C97BE47-ABC7-4EF6-A420-6734CCC603CA}" type="pres">
      <dgm:prSet presAssocID="{3361FECD-7E4A-4D00-A418-14F42E3F84D1}" presName="spaceRect" presStyleCnt="0"/>
      <dgm:spPr/>
    </dgm:pt>
    <dgm:pt modelId="{80EC1E97-2798-41FC-8796-9348C53365D2}" type="pres">
      <dgm:prSet presAssocID="{3361FECD-7E4A-4D00-A418-14F42E3F84D1}" presName="textRect" presStyleLbl="revTx" presStyleIdx="1" presStyleCnt="3">
        <dgm:presLayoutVars>
          <dgm:chMax val="1"/>
          <dgm:chPref val="1"/>
        </dgm:presLayoutVars>
      </dgm:prSet>
      <dgm:spPr/>
    </dgm:pt>
    <dgm:pt modelId="{F16CA122-A9EB-4166-A059-6E7AEA675A20}" type="pres">
      <dgm:prSet presAssocID="{C65CCD48-4C7C-402C-B571-3494E5C160CA}" presName="sibTrans" presStyleCnt="0"/>
      <dgm:spPr/>
    </dgm:pt>
    <dgm:pt modelId="{5A194AF1-CC27-4D05-9CE1-303DBD74BDF2}" type="pres">
      <dgm:prSet presAssocID="{4C825FF3-CD2C-4D69-8C7D-C6C8FF80D2A2}" presName="compNode" presStyleCnt="0"/>
      <dgm:spPr/>
    </dgm:pt>
    <dgm:pt modelId="{40EDF6E0-CCCA-470B-B27E-F5363D64B5E3}" type="pres">
      <dgm:prSet presAssocID="{4C825FF3-CD2C-4D69-8C7D-C6C8FF80D2A2}" presName="iconBgRect" presStyleLbl="bgShp" presStyleIdx="2" presStyleCnt="3"/>
      <dgm:spPr/>
    </dgm:pt>
    <dgm:pt modelId="{1E3BB573-2768-4D48-9045-1CE9B8C9224B}" type="pres">
      <dgm:prSet presAssocID="{4C825FF3-CD2C-4D69-8C7D-C6C8FF80D2A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4C96030C-F593-49E5-9A09-D2B92A54428A}" type="pres">
      <dgm:prSet presAssocID="{4C825FF3-CD2C-4D69-8C7D-C6C8FF80D2A2}" presName="spaceRect" presStyleCnt="0"/>
      <dgm:spPr/>
    </dgm:pt>
    <dgm:pt modelId="{A372008D-4A5E-4833-BDDD-ACD90C04CFA6}" type="pres">
      <dgm:prSet presAssocID="{4C825FF3-CD2C-4D69-8C7D-C6C8FF80D2A2}" presName="textRect" presStyleLbl="revTx" presStyleIdx="2" presStyleCnt="3">
        <dgm:presLayoutVars>
          <dgm:chMax val="1"/>
          <dgm:chPref val="1"/>
        </dgm:presLayoutVars>
      </dgm:prSet>
      <dgm:spPr/>
    </dgm:pt>
  </dgm:ptLst>
  <dgm:cxnLst>
    <dgm:cxn modelId="{FEE0E238-01D6-491D-BB4C-8D42FB4639D7}" srcId="{7F0B0EB5-4D53-4270-91F7-8E0F1002E304}" destId="{3361FECD-7E4A-4D00-A418-14F42E3F84D1}" srcOrd="1" destOrd="0" parTransId="{67A8A694-055B-46CD-91C7-E100F5DB685F}" sibTransId="{C65CCD48-4C7C-402C-B571-3494E5C160CA}"/>
    <dgm:cxn modelId="{A9068062-7C54-4481-9F48-A734C8BE1CC3}" type="presOf" srcId="{3361FECD-7E4A-4D00-A418-14F42E3F84D1}" destId="{80EC1E97-2798-41FC-8796-9348C53365D2}" srcOrd="0" destOrd="0" presId="urn:microsoft.com/office/officeart/2018/5/layout/IconCircleLabelList"/>
    <dgm:cxn modelId="{2933E36B-D84D-4AB4-99B8-EB18697E93CB}" type="presOf" srcId="{A6753C23-66C9-42CF-8DA1-3EE44A556B53}" destId="{8795E266-6B89-493A-85C8-8A017BA221CA}" srcOrd="0" destOrd="0" presId="urn:microsoft.com/office/officeart/2018/5/layout/IconCircleLabelList"/>
    <dgm:cxn modelId="{A8E15055-46A8-4BD0-A55F-5688B7C2BB41}" srcId="{7F0B0EB5-4D53-4270-91F7-8E0F1002E304}" destId="{A6753C23-66C9-42CF-8DA1-3EE44A556B53}" srcOrd="0" destOrd="0" parTransId="{1E593B24-C41A-4FD3-836C-FA0272F673B2}" sibTransId="{A33C9AA4-C333-40CB-990E-5D3992041C76}"/>
    <dgm:cxn modelId="{87E9A687-C001-4D3E-98E8-D695C069EED8}" srcId="{7F0B0EB5-4D53-4270-91F7-8E0F1002E304}" destId="{4C825FF3-CD2C-4D69-8C7D-C6C8FF80D2A2}" srcOrd="2" destOrd="0" parTransId="{C0565F6D-45A6-49AD-B12B-F28A9DB13908}" sibTransId="{B310639D-8B48-498B-9369-048C72B8FF61}"/>
    <dgm:cxn modelId="{33AB7396-A1E3-4D5E-BC5C-7449F6DEB04A}" type="presOf" srcId="{4C825FF3-CD2C-4D69-8C7D-C6C8FF80D2A2}" destId="{A372008D-4A5E-4833-BDDD-ACD90C04CFA6}" srcOrd="0" destOrd="0" presId="urn:microsoft.com/office/officeart/2018/5/layout/IconCircleLabelList"/>
    <dgm:cxn modelId="{CC3FD5C6-A464-4EF4-B1F7-5F578D5FFD9D}" type="presOf" srcId="{7F0B0EB5-4D53-4270-91F7-8E0F1002E304}" destId="{F8E26007-95BA-46CD-B4AB-91975DB8B846}" srcOrd="0" destOrd="0" presId="urn:microsoft.com/office/officeart/2018/5/layout/IconCircleLabelList"/>
    <dgm:cxn modelId="{7A29F77E-B97F-4932-8F56-DA9F11F07897}" type="presParOf" srcId="{F8E26007-95BA-46CD-B4AB-91975DB8B846}" destId="{3D9BCE5B-F6A7-4127-8C37-C15361520265}" srcOrd="0" destOrd="0" presId="urn:microsoft.com/office/officeart/2018/5/layout/IconCircleLabelList"/>
    <dgm:cxn modelId="{44909B35-11AD-40E3-AAEC-EAC5AB21D5A1}" type="presParOf" srcId="{3D9BCE5B-F6A7-4127-8C37-C15361520265}" destId="{BD272177-FF58-454E-83C9-D353A675EE74}" srcOrd="0" destOrd="0" presId="urn:microsoft.com/office/officeart/2018/5/layout/IconCircleLabelList"/>
    <dgm:cxn modelId="{5747602E-47C6-45D7-A62E-55D109116486}" type="presParOf" srcId="{3D9BCE5B-F6A7-4127-8C37-C15361520265}" destId="{26F73BD4-9F8E-407A-AF7E-11C9B92460CB}" srcOrd="1" destOrd="0" presId="urn:microsoft.com/office/officeart/2018/5/layout/IconCircleLabelList"/>
    <dgm:cxn modelId="{2D026E00-4A80-4111-B017-8A1235FACD05}" type="presParOf" srcId="{3D9BCE5B-F6A7-4127-8C37-C15361520265}" destId="{F3FCC6C3-ED7B-410F-8139-C06A64EE651D}" srcOrd="2" destOrd="0" presId="urn:microsoft.com/office/officeart/2018/5/layout/IconCircleLabelList"/>
    <dgm:cxn modelId="{31901250-7F6F-4192-B9C8-1CB032FF802E}" type="presParOf" srcId="{3D9BCE5B-F6A7-4127-8C37-C15361520265}" destId="{8795E266-6B89-493A-85C8-8A017BA221CA}" srcOrd="3" destOrd="0" presId="urn:microsoft.com/office/officeart/2018/5/layout/IconCircleLabelList"/>
    <dgm:cxn modelId="{ACD941B0-0FA8-437D-9E88-D37DD83AB343}" type="presParOf" srcId="{F8E26007-95BA-46CD-B4AB-91975DB8B846}" destId="{06CC0F39-86B9-44AE-A4B8-FBF4C8925A89}" srcOrd="1" destOrd="0" presId="urn:microsoft.com/office/officeart/2018/5/layout/IconCircleLabelList"/>
    <dgm:cxn modelId="{CCA535D2-CA10-4025-A0CD-676DDF75F1E3}" type="presParOf" srcId="{F8E26007-95BA-46CD-B4AB-91975DB8B846}" destId="{896C2DA4-C6B9-4C72-8D63-BE82A1D8DA39}" srcOrd="2" destOrd="0" presId="urn:microsoft.com/office/officeart/2018/5/layout/IconCircleLabelList"/>
    <dgm:cxn modelId="{F6307CBB-C758-425B-B8CD-E64C1B01B860}" type="presParOf" srcId="{896C2DA4-C6B9-4C72-8D63-BE82A1D8DA39}" destId="{0A9F6AE2-21DD-4BDA-9A0D-3F34596EFFC3}" srcOrd="0" destOrd="0" presId="urn:microsoft.com/office/officeart/2018/5/layout/IconCircleLabelList"/>
    <dgm:cxn modelId="{CBF22271-7CBE-4C07-906B-AE55FFF5416D}" type="presParOf" srcId="{896C2DA4-C6B9-4C72-8D63-BE82A1D8DA39}" destId="{CD946734-44B8-40D1-822B-2A8AE137EDD1}" srcOrd="1" destOrd="0" presId="urn:microsoft.com/office/officeart/2018/5/layout/IconCircleLabelList"/>
    <dgm:cxn modelId="{5C70CF03-B96D-43EA-8184-A4B591315C76}" type="presParOf" srcId="{896C2DA4-C6B9-4C72-8D63-BE82A1D8DA39}" destId="{3C97BE47-ABC7-4EF6-A420-6734CCC603CA}" srcOrd="2" destOrd="0" presId="urn:microsoft.com/office/officeart/2018/5/layout/IconCircleLabelList"/>
    <dgm:cxn modelId="{B9BD110C-D820-4FB7-BA4F-72E667F9F768}" type="presParOf" srcId="{896C2DA4-C6B9-4C72-8D63-BE82A1D8DA39}" destId="{80EC1E97-2798-41FC-8796-9348C53365D2}" srcOrd="3" destOrd="0" presId="urn:microsoft.com/office/officeart/2018/5/layout/IconCircleLabelList"/>
    <dgm:cxn modelId="{07290356-1364-4140-B50D-56A5FEE47B4D}" type="presParOf" srcId="{F8E26007-95BA-46CD-B4AB-91975DB8B846}" destId="{F16CA122-A9EB-4166-A059-6E7AEA675A20}" srcOrd="3" destOrd="0" presId="urn:microsoft.com/office/officeart/2018/5/layout/IconCircleLabelList"/>
    <dgm:cxn modelId="{348B4A14-A382-40AB-BF11-41E216F44395}" type="presParOf" srcId="{F8E26007-95BA-46CD-B4AB-91975DB8B846}" destId="{5A194AF1-CC27-4D05-9CE1-303DBD74BDF2}" srcOrd="4" destOrd="0" presId="urn:microsoft.com/office/officeart/2018/5/layout/IconCircleLabelList"/>
    <dgm:cxn modelId="{3DAE7108-8ADB-47B0-A6AE-675FE0F593B4}" type="presParOf" srcId="{5A194AF1-CC27-4D05-9CE1-303DBD74BDF2}" destId="{40EDF6E0-CCCA-470B-B27E-F5363D64B5E3}" srcOrd="0" destOrd="0" presId="urn:microsoft.com/office/officeart/2018/5/layout/IconCircleLabelList"/>
    <dgm:cxn modelId="{05D84B70-19B3-4D96-B443-0E9323ACD9D7}" type="presParOf" srcId="{5A194AF1-CC27-4D05-9CE1-303DBD74BDF2}" destId="{1E3BB573-2768-4D48-9045-1CE9B8C9224B}" srcOrd="1" destOrd="0" presId="urn:microsoft.com/office/officeart/2018/5/layout/IconCircleLabelList"/>
    <dgm:cxn modelId="{64C20F8A-6FE1-4820-AEFC-81A6D2FC6AC7}" type="presParOf" srcId="{5A194AF1-CC27-4D05-9CE1-303DBD74BDF2}" destId="{4C96030C-F593-49E5-9A09-D2B92A54428A}" srcOrd="2" destOrd="0" presId="urn:microsoft.com/office/officeart/2018/5/layout/IconCircleLabelList"/>
    <dgm:cxn modelId="{DC264E04-D2DD-418A-A87D-03A55B17EB1C}" type="presParOf" srcId="{5A194AF1-CC27-4D05-9CE1-303DBD74BDF2}" destId="{A372008D-4A5E-4833-BDDD-ACD90C04CFA6}"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A6C72C-A783-487E-90A6-35CCBC6CBDDE}"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US"/>
        </a:p>
      </dgm:t>
    </dgm:pt>
    <dgm:pt modelId="{4B98B466-671C-4910-9D8C-1536D5A62D79}">
      <dgm:prSet/>
      <dgm:spPr/>
      <dgm:t>
        <a:bodyPr/>
        <a:lstStyle/>
        <a:p>
          <a:r>
            <a:rPr lang="en-US" dirty="0"/>
            <a:t>Who is served</a:t>
          </a:r>
        </a:p>
      </dgm:t>
    </dgm:pt>
    <dgm:pt modelId="{AB8F306B-BBCD-48DB-9FCF-FCCFA12BFD6B}" type="parTrans" cxnId="{8A249CF6-9526-4285-A83B-B720DC173CD0}">
      <dgm:prSet/>
      <dgm:spPr/>
      <dgm:t>
        <a:bodyPr/>
        <a:lstStyle/>
        <a:p>
          <a:endParaRPr lang="en-US"/>
        </a:p>
      </dgm:t>
    </dgm:pt>
    <dgm:pt modelId="{255E9664-213E-4347-AA96-8B2614604C0B}" type="sibTrans" cxnId="{8A249CF6-9526-4285-A83B-B720DC173CD0}">
      <dgm:prSet/>
      <dgm:spPr/>
      <dgm:t>
        <a:bodyPr/>
        <a:lstStyle/>
        <a:p>
          <a:endParaRPr lang="en-US"/>
        </a:p>
      </dgm:t>
    </dgm:pt>
    <dgm:pt modelId="{B1CC0E25-A04E-4CCA-9D03-73B71E7EB629}">
      <dgm:prSet/>
      <dgm:spPr/>
      <dgm:t>
        <a:bodyPr/>
        <a:lstStyle/>
        <a:p>
          <a:r>
            <a:rPr lang="en-US" dirty="0"/>
            <a:t>Clinicians - delayed clinical decisions.
Administrators - high operational costs
Researchers - limited access to historical data
Patients - fragmented continuity of care</a:t>
          </a:r>
        </a:p>
      </dgm:t>
    </dgm:pt>
    <dgm:pt modelId="{732BE12C-0EF5-467A-B398-ABA64E38C4C9}" type="parTrans" cxnId="{0EBA4A4C-D8CA-4FD7-9CB6-9D7133FEDCD2}">
      <dgm:prSet/>
      <dgm:spPr/>
      <dgm:t>
        <a:bodyPr/>
        <a:lstStyle/>
        <a:p>
          <a:endParaRPr lang="en-US"/>
        </a:p>
      </dgm:t>
    </dgm:pt>
    <dgm:pt modelId="{C4AB65BE-30D0-45D4-9147-F9659ACAD259}" type="sibTrans" cxnId="{0EBA4A4C-D8CA-4FD7-9CB6-9D7133FEDCD2}">
      <dgm:prSet/>
      <dgm:spPr/>
      <dgm:t>
        <a:bodyPr/>
        <a:lstStyle/>
        <a:p>
          <a:endParaRPr lang="en-US"/>
        </a:p>
      </dgm:t>
    </dgm:pt>
    <dgm:pt modelId="{8A02429B-AB1E-441D-9F1F-30C5AA7F3158}">
      <dgm:prSet/>
      <dgm:spPr/>
      <dgm:t>
        <a:bodyPr/>
        <a:lstStyle/>
        <a:p>
          <a:r>
            <a:rPr lang="en-US" dirty="0"/>
            <a:t>Business impact</a:t>
          </a:r>
        </a:p>
      </dgm:t>
    </dgm:pt>
    <dgm:pt modelId="{5BE9AC0D-04A3-4F2F-A98F-9209553E5C20}" type="parTrans" cxnId="{0D8E73C8-D2FA-4B9C-B27D-3226B32943CA}">
      <dgm:prSet/>
      <dgm:spPr/>
      <dgm:t>
        <a:bodyPr/>
        <a:lstStyle/>
        <a:p>
          <a:endParaRPr lang="en-US"/>
        </a:p>
      </dgm:t>
    </dgm:pt>
    <dgm:pt modelId="{EB2D17E7-0D77-4DA2-B78E-EE2D8EE0553E}" type="sibTrans" cxnId="{0D8E73C8-D2FA-4B9C-B27D-3226B32943CA}">
      <dgm:prSet/>
      <dgm:spPr/>
      <dgm:t>
        <a:bodyPr/>
        <a:lstStyle/>
        <a:p>
          <a:endParaRPr lang="en-US"/>
        </a:p>
      </dgm:t>
    </dgm:pt>
    <dgm:pt modelId="{642FA120-7543-4910-BA47-31B00C4D0D31}">
      <dgm:prSet/>
      <dgm:spPr/>
      <dgm:t>
        <a:bodyPr/>
        <a:lstStyle/>
        <a:p>
          <a:r>
            <a:rPr lang="en-US" dirty="0"/>
            <a:t>Increased administrative overhead
Slower clinical workflows
Underutilized historical data assets</a:t>
          </a:r>
        </a:p>
      </dgm:t>
    </dgm:pt>
    <dgm:pt modelId="{0F4D6566-BEEA-4619-A4EC-A9E6884DED89}" type="parTrans" cxnId="{139AC603-30B9-4454-B56F-6DBDFC2A459A}">
      <dgm:prSet/>
      <dgm:spPr/>
      <dgm:t>
        <a:bodyPr/>
        <a:lstStyle/>
        <a:p>
          <a:endParaRPr lang="en-US"/>
        </a:p>
      </dgm:t>
    </dgm:pt>
    <dgm:pt modelId="{12C56D57-23E0-4755-B438-B881F9B2F2AD}" type="sibTrans" cxnId="{139AC603-30B9-4454-B56F-6DBDFC2A459A}">
      <dgm:prSet/>
      <dgm:spPr/>
      <dgm:t>
        <a:bodyPr/>
        <a:lstStyle/>
        <a:p>
          <a:endParaRPr lang="en-US"/>
        </a:p>
      </dgm:t>
    </dgm:pt>
    <dgm:pt modelId="{99C1C246-0D89-4655-B565-8FEB269E6AE4}" type="pres">
      <dgm:prSet presAssocID="{41A6C72C-A783-487E-90A6-35CCBC6CBDDE}" presName="Name0" presStyleCnt="0">
        <dgm:presLayoutVars>
          <dgm:dir/>
          <dgm:animLvl val="lvl"/>
          <dgm:resizeHandles val="exact"/>
        </dgm:presLayoutVars>
      </dgm:prSet>
      <dgm:spPr/>
    </dgm:pt>
    <dgm:pt modelId="{8FBB4CF8-5254-4D1E-93A1-BFC8EAE98501}" type="pres">
      <dgm:prSet presAssocID="{4B98B466-671C-4910-9D8C-1536D5A62D79}" presName="composite" presStyleCnt="0"/>
      <dgm:spPr/>
    </dgm:pt>
    <dgm:pt modelId="{73469D00-FB3A-43C5-BF2A-589AC1DF2CEE}" type="pres">
      <dgm:prSet presAssocID="{4B98B466-671C-4910-9D8C-1536D5A62D79}" presName="parTx" presStyleLbl="alignNode1" presStyleIdx="0" presStyleCnt="2">
        <dgm:presLayoutVars>
          <dgm:chMax val="0"/>
          <dgm:chPref val="0"/>
          <dgm:bulletEnabled val="1"/>
        </dgm:presLayoutVars>
      </dgm:prSet>
      <dgm:spPr/>
    </dgm:pt>
    <dgm:pt modelId="{87CC4571-5088-478E-9B7B-A4A1FF83EE8E}" type="pres">
      <dgm:prSet presAssocID="{4B98B466-671C-4910-9D8C-1536D5A62D79}" presName="desTx" presStyleLbl="alignAccFollowNode1" presStyleIdx="0" presStyleCnt="2">
        <dgm:presLayoutVars>
          <dgm:bulletEnabled val="1"/>
        </dgm:presLayoutVars>
      </dgm:prSet>
      <dgm:spPr/>
    </dgm:pt>
    <dgm:pt modelId="{BBD8515D-2FAF-49D2-A917-B0F2F4B0E6A1}" type="pres">
      <dgm:prSet presAssocID="{255E9664-213E-4347-AA96-8B2614604C0B}" presName="space" presStyleCnt="0"/>
      <dgm:spPr/>
    </dgm:pt>
    <dgm:pt modelId="{AC2A41A6-7B9D-4085-A1DC-00610BE6D470}" type="pres">
      <dgm:prSet presAssocID="{8A02429B-AB1E-441D-9F1F-30C5AA7F3158}" presName="composite" presStyleCnt="0"/>
      <dgm:spPr/>
    </dgm:pt>
    <dgm:pt modelId="{8B62C75A-AD2B-474A-AAB0-031CF5C55032}" type="pres">
      <dgm:prSet presAssocID="{8A02429B-AB1E-441D-9F1F-30C5AA7F3158}" presName="parTx" presStyleLbl="alignNode1" presStyleIdx="1" presStyleCnt="2">
        <dgm:presLayoutVars>
          <dgm:chMax val="0"/>
          <dgm:chPref val="0"/>
          <dgm:bulletEnabled val="1"/>
        </dgm:presLayoutVars>
      </dgm:prSet>
      <dgm:spPr/>
    </dgm:pt>
    <dgm:pt modelId="{60E3E390-F870-4915-92AB-65731DC06DD5}" type="pres">
      <dgm:prSet presAssocID="{8A02429B-AB1E-441D-9F1F-30C5AA7F3158}" presName="desTx" presStyleLbl="alignAccFollowNode1" presStyleIdx="1" presStyleCnt="2">
        <dgm:presLayoutVars>
          <dgm:bulletEnabled val="1"/>
        </dgm:presLayoutVars>
      </dgm:prSet>
      <dgm:spPr/>
    </dgm:pt>
  </dgm:ptLst>
  <dgm:cxnLst>
    <dgm:cxn modelId="{139AC603-30B9-4454-B56F-6DBDFC2A459A}" srcId="{8A02429B-AB1E-441D-9F1F-30C5AA7F3158}" destId="{642FA120-7543-4910-BA47-31B00C4D0D31}" srcOrd="0" destOrd="0" parTransId="{0F4D6566-BEEA-4619-A4EC-A9E6884DED89}" sibTransId="{12C56D57-23E0-4755-B438-B881F9B2F2AD}"/>
    <dgm:cxn modelId="{25FF5412-81C1-4B92-B19B-0B118CB9FD2F}" type="presOf" srcId="{41A6C72C-A783-487E-90A6-35CCBC6CBDDE}" destId="{99C1C246-0D89-4655-B565-8FEB269E6AE4}" srcOrd="0" destOrd="0" presId="urn:microsoft.com/office/officeart/2005/8/layout/hList1"/>
    <dgm:cxn modelId="{05D48B25-F413-41CC-9BDE-2F636377650D}" type="presOf" srcId="{642FA120-7543-4910-BA47-31B00C4D0D31}" destId="{60E3E390-F870-4915-92AB-65731DC06DD5}" srcOrd="0" destOrd="0" presId="urn:microsoft.com/office/officeart/2005/8/layout/hList1"/>
    <dgm:cxn modelId="{0EBA4A4C-D8CA-4FD7-9CB6-9D7133FEDCD2}" srcId="{4B98B466-671C-4910-9D8C-1536D5A62D79}" destId="{B1CC0E25-A04E-4CCA-9D03-73B71E7EB629}" srcOrd="0" destOrd="0" parTransId="{732BE12C-0EF5-467A-B398-ABA64E38C4C9}" sibTransId="{C4AB65BE-30D0-45D4-9147-F9659ACAD259}"/>
    <dgm:cxn modelId="{D2DAD980-4872-4D04-958A-73F4BEFA7F58}" type="presOf" srcId="{4B98B466-671C-4910-9D8C-1536D5A62D79}" destId="{73469D00-FB3A-43C5-BF2A-589AC1DF2CEE}" srcOrd="0" destOrd="0" presId="urn:microsoft.com/office/officeart/2005/8/layout/hList1"/>
    <dgm:cxn modelId="{B84E5182-72C3-4E45-BB6E-4783B3665053}" type="presOf" srcId="{B1CC0E25-A04E-4CCA-9D03-73B71E7EB629}" destId="{87CC4571-5088-478E-9B7B-A4A1FF83EE8E}" srcOrd="0" destOrd="0" presId="urn:microsoft.com/office/officeart/2005/8/layout/hList1"/>
    <dgm:cxn modelId="{20A78DAA-8DAC-4434-A38F-3CB18E1B4CC1}" type="presOf" srcId="{8A02429B-AB1E-441D-9F1F-30C5AA7F3158}" destId="{8B62C75A-AD2B-474A-AAB0-031CF5C55032}" srcOrd="0" destOrd="0" presId="urn:microsoft.com/office/officeart/2005/8/layout/hList1"/>
    <dgm:cxn modelId="{0D8E73C8-D2FA-4B9C-B27D-3226B32943CA}" srcId="{41A6C72C-A783-487E-90A6-35CCBC6CBDDE}" destId="{8A02429B-AB1E-441D-9F1F-30C5AA7F3158}" srcOrd="1" destOrd="0" parTransId="{5BE9AC0D-04A3-4F2F-A98F-9209553E5C20}" sibTransId="{EB2D17E7-0D77-4DA2-B78E-EE2D8EE0553E}"/>
    <dgm:cxn modelId="{8A249CF6-9526-4285-A83B-B720DC173CD0}" srcId="{41A6C72C-A783-487E-90A6-35CCBC6CBDDE}" destId="{4B98B466-671C-4910-9D8C-1536D5A62D79}" srcOrd="0" destOrd="0" parTransId="{AB8F306B-BBCD-48DB-9FCF-FCCFA12BFD6B}" sibTransId="{255E9664-213E-4347-AA96-8B2614604C0B}"/>
    <dgm:cxn modelId="{99674E9C-4426-4358-85BF-3FA9A1E55B49}" type="presParOf" srcId="{99C1C246-0D89-4655-B565-8FEB269E6AE4}" destId="{8FBB4CF8-5254-4D1E-93A1-BFC8EAE98501}" srcOrd="0" destOrd="0" presId="urn:microsoft.com/office/officeart/2005/8/layout/hList1"/>
    <dgm:cxn modelId="{9914ADEC-6E87-4269-9497-F0E839FD0C18}" type="presParOf" srcId="{8FBB4CF8-5254-4D1E-93A1-BFC8EAE98501}" destId="{73469D00-FB3A-43C5-BF2A-589AC1DF2CEE}" srcOrd="0" destOrd="0" presId="urn:microsoft.com/office/officeart/2005/8/layout/hList1"/>
    <dgm:cxn modelId="{C50CC364-41D1-4CED-AFEA-A42F27F2FC55}" type="presParOf" srcId="{8FBB4CF8-5254-4D1E-93A1-BFC8EAE98501}" destId="{87CC4571-5088-478E-9B7B-A4A1FF83EE8E}" srcOrd="1" destOrd="0" presId="urn:microsoft.com/office/officeart/2005/8/layout/hList1"/>
    <dgm:cxn modelId="{2CE5DC90-1395-4CA0-868B-06B6671E4506}" type="presParOf" srcId="{99C1C246-0D89-4655-B565-8FEB269E6AE4}" destId="{BBD8515D-2FAF-49D2-A917-B0F2F4B0E6A1}" srcOrd="1" destOrd="0" presId="urn:microsoft.com/office/officeart/2005/8/layout/hList1"/>
    <dgm:cxn modelId="{94D90D79-D670-44EE-A954-E635872878F1}" type="presParOf" srcId="{99C1C246-0D89-4655-B565-8FEB269E6AE4}" destId="{AC2A41A6-7B9D-4085-A1DC-00610BE6D470}" srcOrd="2" destOrd="0" presId="urn:microsoft.com/office/officeart/2005/8/layout/hList1"/>
    <dgm:cxn modelId="{B7D92194-DE6B-421B-987F-33D1237E9570}" type="presParOf" srcId="{AC2A41A6-7B9D-4085-A1DC-00610BE6D470}" destId="{8B62C75A-AD2B-474A-AAB0-031CF5C55032}" srcOrd="0" destOrd="0" presId="urn:microsoft.com/office/officeart/2005/8/layout/hList1"/>
    <dgm:cxn modelId="{EA6E2032-F383-4793-8452-739F94D67CB8}" type="presParOf" srcId="{AC2A41A6-7B9D-4085-A1DC-00610BE6D470}" destId="{60E3E390-F870-4915-92AB-65731DC06DD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43101A-53D8-4656-A8C5-6CC6C97CFD2F}"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000247B4-8E47-4D74-8A9A-4E1ED7464040}">
      <dgm:prSet/>
      <dgm:spPr/>
      <dgm:t>
        <a:bodyPr/>
        <a:lstStyle/>
        <a:p>
          <a:r>
            <a:rPr lang="en-US" dirty="0"/>
            <a:t>Decades of patient records across departments</a:t>
          </a:r>
        </a:p>
      </dgm:t>
    </dgm:pt>
    <dgm:pt modelId="{40E7FEF6-D2BE-4449-B862-48DE5434D18E}" type="parTrans" cxnId="{22A8C680-F5B6-4889-8732-332B47CE4DCB}">
      <dgm:prSet/>
      <dgm:spPr/>
      <dgm:t>
        <a:bodyPr/>
        <a:lstStyle/>
        <a:p>
          <a:endParaRPr lang="en-US"/>
        </a:p>
      </dgm:t>
    </dgm:pt>
    <dgm:pt modelId="{F796738D-140D-4A62-8DD9-E00AC811C50F}" type="sibTrans" cxnId="{22A8C680-F5B6-4889-8732-332B47CE4DCB}">
      <dgm:prSet/>
      <dgm:spPr/>
      <dgm:t>
        <a:bodyPr/>
        <a:lstStyle/>
        <a:p>
          <a:endParaRPr lang="en-US"/>
        </a:p>
      </dgm:t>
    </dgm:pt>
    <dgm:pt modelId="{194EAC60-D4C3-4852-ACFD-C0A8B1C653A1}">
      <dgm:prSet/>
      <dgm:spPr/>
      <dgm:t>
        <a:bodyPr/>
        <a:lstStyle/>
        <a:p>
          <a:r>
            <a:rPr lang="en-US" dirty="0"/>
            <a:t>Information spread across many document formats</a:t>
          </a:r>
        </a:p>
      </dgm:t>
    </dgm:pt>
    <dgm:pt modelId="{C58BC835-0190-4263-B568-256CD459261F}" type="parTrans" cxnId="{23C671FF-7A74-4648-9E98-7F716F9B792E}">
      <dgm:prSet/>
      <dgm:spPr/>
      <dgm:t>
        <a:bodyPr/>
        <a:lstStyle/>
        <a:p>
          <a:endParaRPr lang="en-US"/>
        </a:p>
      </dgm:t>
    </dgm:pt>
    <dgm:pt modelId="{B1B798CE-DE16-4083-8446-5CB94537B386}" type="sibTrans" cxnId="{23C671FF-7A74-4648-9E98-7F716F9B792E}">
      <dgm:prSet/>
      <dgm:spPr/>
      <dgm:t>
        <a:bodyPr/>
        <a:lstStyle/>
        <a:p>
          <a:endParaRPr lang="en-US"/>
        </a:p>
      </dgm:t>
    </dgm:pt>
    <dgm:pt modelId="{623B49CA-77A9-43C3-9A94-3FB4EAA12C9A}">
      <dgm:prSet/>
      <dgm:spPr/>
      <dgm:t>
        <a:bodyPr/>
        <a:lstStyle/>
        <a:p>
          <a:r>
            <a:rPr lang="en-US" dirty="0"/>
            <a:t>Handwritten and scanned records are difficult to search</a:t>
          </a:r>
        </a:p>
      </dgm:t>
    </dgm:pt>
    <dgm:pt modelId="{D0AEDE45-C337-4A6D-961E-D9FE1583C164}" type="parTrans" cxnId="{68DDC761-8F51-43E4-9F00-BC178205FA64}">
      <dgm:prSet/>
      <dgm:spPr/>
      <dgm:t>
        <a:bodyPr/>
        <a:lstStyle/>
        <a:p>
          <a:endParaRPr lang="en-US"/>
        </a:p>
      </dgm:t>
    </dgm:pt>
    <dgm:pt modelId="{67E34135-4827-48F1-BB4F-31D62A57AF72}" type="sibTrans" cxnId="{68DDC761-8F51-43E4-9F00-BC178205FA64}">
      <dgm:prSet/>
      <dgm:spPr/>
      <dgm:t>
        <a:bodyPr/>
        <a:lstStyle/>
        <a:p>
          <a:endParaRPr lang="en-US"/>
        </a:p>
      </dgm:t>
    </dgm:pt>
    <dgm:pt modelId="{8FBC270F-33A0-4879-A49E-23CAD76BA883}">
      <dgm:prSet/>
      <dgm:spPr/>
      <dgm:t>
        <a:bodyPr/>
        <a:lstStyle/>
        <a:p>
          <a:r>
            <a:rPr lang="en-US" dirty="0"/>
            <a:t>Traditional systems cannot easily integrate this data</a:t>
          </a:r>
        </a:p>
      </dgm:t>
    </dgm:pt>
    <dgm:pt modelId="{80672489-1F70-4179-A0F9-05ABB56C3EB7}" type="parTrans" cxnId="{154CB481-5867-4778-A6E9-BC7620123C14}">
      <dgm:prSet/>
      <dgm:spPr/>
      <dgm:t>
        <a:bodyPr/>
        <a:lstStyle/>
        <a:p>
          <a:endParaRPr lang="en-US"/>
        </a:p>
      </dgm:t>
    </dgm:pt>
    <dgm:pt modelId="{87FF5F22-BDAC-4286-AD02-7D743272BBFF}" type="sibTrans" cxnId="{154CB481-5867-4778-A6E9-BC7620123C14}">
      <dgm:prSet/>
      <dgm:spPr/>
      <dgm:t>
        <a:bodyPr/>
        <a:lstStyle/>
        <a:p>
          <a:endParaRPr lang="en-US"/>
        </a:p>
      </dgm:t>
    </dgm:pt>
    <dgm:pt modelId="{AAED51DF-158C-4F08-9968-7182A48114B9}">
      <dgm:prSet/>
      <dgm:spPr/>
      <dgm:t>
        <a:bodyPr/>
        <a:lstStyle/>
        <a:p>
          <a:r>
            <a:rPr lang="en-US" dirty="0"/>
            <a:t>Handwritten notes</a:t>
          </a:r>
        </a:p>
      </dgm:t>
    </dgm:pt>
    <dgm:pt modelId="{E228E1A9-1062-4E9B-BEEA-82F6EDCE1660}" type="parTrans" cxnId="{090991C9-B605-4EB4-A100-AFB825F55256}">
      <dgm:prSet/>
      <dgm:spPr/>
      <dgm:t>
        <a:bodyPr/>
        <a:lstStyle/>
        <a:p>
          <a:endParaRPr lang="en-US"/>
        </a:p>
      </dgm:t>
    </dgm:pt>
    <dgm:pt modelId="{83F41FEC-8315-46EC-A5F8-5B2C3C139551}" type="sibTrans" cxnId="{090991C9-B605-4EB4-A100-AFB825F55256}">
      <dgm:prSet/>
      <dgm:spPr/>
      <dgm:t>
        <a:bodyPr/>
        <a:lstStyle/>
        <a:p>
          <a:endParaRPr lang="en-US"/>
        </a:p>
      </dgm:t>
    </dgm:pt>
    <dgm:pt modelId="{F605B6B2-5375-4EBB-9693-85DEB263A935}">
      <dgm:prSet/>
      <dgm:spPr/>
      <dgm:t>
        <a:bodyPr/>
        <a:lstStyle/>
        <a:p>
          <a:r>
            <a:rPr lang="en-US" dirty="0"/>
            <a:t>Scanned PDFs</a:t>
          </a:r>
        </a:p>
      </dgm:t>
    </dgm:pt>
    <dgm:pt modelId="{2D4E18A6-2B60-4A29-86CC-C82846480D54}" type="parTrans" cxnId="{E96C286C-8106-440F-B64C-35D2CCEC7EC5}">
      <dgm:prSet/>
      <dgm:spPr/>
      <dgm:t>
        <a:bodyPr/>
        <a:lstStyle/>
        <a:p>
          <a:endParaRPr lang="en-US"/>
        </a:p>
      </dgm:t>
    </dgm:pt>
    <dgm:pt modelId="{12704A81-436F-470D-81CE-6FCD009008CC}" type="sibTrans" cxnId="{E96C286C-8106-440F-B64C-35D2CCEC7EC5}">
      <dgm:prSet/>
      <dgm:spPr/>
      <dgm:t>
        <a:bodyPr/>
        <a:lstStyle/>
        <a:p>
          <a:endParaRPr lang="en-US"/>
        </a:p>
      </dgm:t>
    </dgm:pt>
    <dgm:pt modelId="{06FBE211-3CCA-4FDF-ACA6-7436C95D45AF}">
      <dgm:prSet/>
      <dgm:spPr/>
      <dgm:t>
        <a:bodyPr/>
        <a:lstStyle/>
        <a:p>
          <a:r>
            <a:rPr lang="en-US" dirty="0"/>
            <a:t>Lab reports</a:t>
          </a:r>
        </a:p>
      </dgm:t>
    </dgm:pt>
    <dgm:pt modelId="{52B0187B-1D66-44F5-806C-7F887CB19B7D}" type="parTrans" cxnId="{26389C44-EFFB-4CD4-A54E-5873967F5EA3}">
      <dgm:prSet/>
      <dgm:spPr/>
      <dgm:t>
        <a:bodyPr/>
        <a:lstStyle/>
        <a:p>
          <a:endParaRPr lang="en-US"/>
        </a:p>
      </dgm:t>
    </dgm:pt>
    <dgm:pt modelId="{38481E4A-2BB2-41BE-96A6-2BC5EC1BC333}" type="sibTrans" cxnId="{26389C44-EFFB-4CD4-A54E-5873967F5EA3}">
      <dgm:prSet/>
      <dgm:spPr/>
      <dgm:t>
        <a:bodyPr/>
        <a:lstStyle/>
        <a:p>
          <a:endParaRPr lang="en-US"/>
        </a:p>
      </dgm:t>
    </dgm:pt>
    <dgm:pt modelId="{79DE7113-95F6-4A13-8976-485AF8EB63DD}">
      <dgm:prSet/>
      <dgm:spPr/>
      <dgm:t>
        <a:bodyPr/>
        <a:lstStyle/>
        <a:p>
          <a:r>
            <a:rPr lang="en-US" dirty="0"/>
            <a:t>Intake forms</a:t>
          </a:r>
        </a:p>
      </dgm:t>
    </dgm:pt>
    <dgm:pt modelId="{82BD4EFF-E504-4292-A9F9-58DDAFA07F5B}" type="parTrans" cxnId="{636CBE60-623C-4EE7-A160-837B5FCCADD9}">
      <dgm:prSet/>
      <dgm:spPr/>
      <dgm:t>
        <a:bodyPr/>
        <a:lstStyle/>
        <a:p>
          <a:endParaRPr lang="en-US"/>
        </a:p>
      </dgm:t>
    </dgm:pt>
    <dgm:pt modelId="{B0D7012A-D7A1-457F-82A5-957D650AB4CD}" type="sibTrans" cxnId="{636CBE60-623C-4EE7-A160-837B5FCCADD9}">
      <dgm:prSet/>
      <dgm:spPr/>
      <dgm:t>
        <a:bodyPr/>
        <a:lstStyle/>
        <a:p>
          <a:endParaRPr lang="en-US"/>
        </a:p>
      </dgm:t>
    </dgm:pt>
    <dgm:pt modelId="{58D2E904-4CB9-4938-AF69-089C8F4DBF3F}" type="pres">
      <dgm:prSet presAssocID="{9E43101A-53D8-4656-A8C5-6CC6C97CFD2F}" presName="linear" presStyleCnt="0">
        <dgm:presLayoutVars>
          <dgm:animLvl val="lvl"/>
          <dgm:resizeHandles val="exact"/>
        </dgm:presLayoutVars>
      </dgm:prSet>
      <dgm:spPr/>
    </dgm:pt>
    <dgm:pt modelId="{464DA6CF-6A0B-4053-959B-12EE7751FAEF}" type="pres">
      <dgm:prSet presAssocID="{000247B4-8E47-4D74-8A9A-4E1ED7464040}" presName="parentText" presStyleLbl="node1" presStyleIdx="0" presStyleCnt="4">
        <dgm:presLayoutVars>
          <dgm:chMax val="0"/>
          <dgm:bulletEnabled val="1"/>
        </dgm:presLayoutVars>
      </dgm:prSet>
      <dgm:spPr/>
    </dgm:pt>
    <dgm:pt modelId="{DDF2F126-6C26-46BD-9F2E-F748D93173D9}" type="pres">
      <dgm:prSet presAssocID="{F796738D-140D-4A62-8DD9-E00AC811C50F}" presName="spacer" presStyleCnt="0"/>
      <dgm:spPr/>
    </dgm:pt>
    <dgm:pt modelId="{308B400E-D835-4273-8926-2BA0CB84DD3E}" type="pres">
      <dgm:prSet presAssocID="{194EAC60-D4C3-4852-ACFD-C0A8B1C653A1}" presName="parentText" presStyleLbl="node1" presStyleIdx="1" presStyleCnt="4">
        <dgm:presLayoutVars>
          <dgm:chMax val="0"/>
          <dgm:bulletEnabled val="1"/>
        </dgm:presLayoutVars>
      </dgm:prSet>
      <dgm:spPr/>
    </dgm:pt>
    <dgm:pt modelId="{1C3FFC2A-3330-47B9-A87B-7361007E41F9}" type="pres">
      <dgm:prSet presAssocID="{194EAC60-D4C3-4852-ACFD-C0A8B1C653A1}" presName="childText" presStyleLbl="revTx" presStyleIdx="0" presStyleCnt="1">
        <dgm:presLayoutVars>
          <dgm:bulletEnabled val="1"/>
        </dgm:presLayoutVars>
      </dgm:prSet>
      <dgm:spPr/>
    </dgm:pt>
    <dgm:pt modelId="{425066C3-D6D6-4541-88C1-08978584A1C4}" type="pres">
      <dgm:prSet presAssocID="{623B49CA-77A9-43C3-9A94-3FB4EAA12C9A}" presName="parentText" presStyleLbl="node1" presStyleIdx="2" presStyleCnt="4">
        <dgm:presLayoutVars>
          <dgm:chMax val="0"/>
          <dgm:bulletEnabled val="1"/>
        </dgm:presLayoutVars>
      </dgm:prSet>
      <dgm:spPr/>
    </dgm:pt>
    <dgm:pt modelId="{FBD5F309-8FF9-4252-915D-13B0972F185F}" type="pres">
      <dgm:prSet presAssocID="{67E34135-4827-48F1-BB4F-31D62A57AF72}" presName="spacer" presStyleCnt="0"/>
      <dgm:spPr/>
    </dgm:pt>
    <dgm:pt modelId="{66F64AA5-25F9-4AA3-B38B-A8E9072D3387}" type="pres">
      <dgm:prSet presAssocID="{8FBC270F-33A0-4879-A49E-23CAD76BA883}" presName="parentText" presStyleLbl="node1" presStyleIdx="3" presStyleCnt="4">
        <dgm:presLayoutVars>
          <dgm:chMax val="0"/>
          <dgm:bulletEnabled val="1"/>
        </dgm:presLayoutVars>
      </dgm:prSet>
      <dgm:spPr/>
    </dgm:pt>
  </dgm:ptLst>
  <dgm:cxnLst>
    <dgm:cxn modelId="{AD27CB01-F70A-4228-820E-22C5500E8BA6}" type="presOf" srcId="{623B49CA-77A9-43C3-9A94-3FB4EAA12C9A}" destId="{425066C3-D6D6-4541-88C1-08978584A1C4}" srcOrd="0" destOrd="0" presId="urn:microsoft.com/office/officeart/2005/8/layout/vList2"/>
    <dgm:cxn modelId="{64E8680D-94AA-4FD2-A142-01E86D726B5B}" type="presOf" srcId="{AAED51DF-158C-4F08-9968-7182A48114B9}" destId="{1C3FFC2A-3330-47B9-A87B-7361007E41F9}" srcOrd="0" destOrd="0" presId="urn:microsoft.com/office/officeart/2005/8/layout/vList2"/>
    <dgm:cxn modelId="{9399061D-B92E-4DC9-AC8E-2D86C8C5366F}" type="presOf" srcId="{8FBC270F-33A0-4879-A49E-23CAD76BA883}" destId="{66F64AA5-25F9-4AA3-B38B-A8E9072D3387}" srcOrd="0" destOrd="0" presId="urn:microsoft.com/office/officeart/2005/8/layout/vList2"/>
    <dgm:cxn modelId="{3F6AD438-B984-477D-A4F2-6EE172D27766}" type="presOf" srcId="{194EAC60-D4C3-4852-ACFD-C0A8B1C653A1}" destId="{308B400E-D835-4273-8926-2BA0CB84DD3E}" srcOrd="0" destOrd="0" presId="urn:microsoft.com/office/officeart/2005/8/layout/vList2"/>
    <dgm:cxn modelId="{151BE05D-60B8-496E-9F47-75E9F4FF959E}" type="presOf" srcId="{06FBE211-3CCA-4FDF-ACA6-7436C95D45AF}" destId="{1C3FFC2A-3330-47B9-A87B-7361007E41F9}" srcOrd="0" destOrd="2" presId="urn:microsoft.com/office/officeart/2005/8/layout/vList2"/>
    <dgm:cxn modelId="{636CBE60-623C-4EE7-A160-837B5FCCADD9}" srcId="{194EAC60-D4C3-4852-ACFD-C0A8B1C653A1}" destId="{79DE7113-95F6-4A13-8976-485AF8EB63DD}" srcOrd="3" destOrd="0" parTransId="{82BD4EFF-E504-4292-A9F9-58DDAFA07F5B}" sibTransId="{B0D7012A-D7A1-457F-82A5-957D650AB4CD}"/>
    <dgm:cxn modelId="{68DDC761-8F51-43E4-9F00-BC178205FA64}" srcId="{9E43101A-53D8-4656-A8C5-6CC6C97CFD2F}" destId="{623B49CA-77A9-43C3-9A94-3FB4EAA12C9A}" srcOrd="2" destOrd="0" parTransId="{D0AEDE45-C337-4A6D-961E-D9FE1583C164}" sibTransId="{67E34135-4827-48F1-BB4F-31D62A57AF72}"/>
    <dgm:cxn modelId="{26389C44-EFFB-4CD4-A54E-5873967F5EA3}" srcId="{194EAC60-D4C3-4852-ACFD-C0A8B1C653A1}" destId="{06FBE211-3CCA-4FDF-ACA6-7436C95D45AF}" srcOrd="2" destOrd="0" parTransId="{52B0187B-1D66-44F5-806C-7F887CB19B7D}" sibTransId="{38481E4A-2BB2-41BE-96A6-2BC5EC1BC333}"/>
    <dgm:cxn modelId="{E96C286C-8106-440F-B64C-35D2CCEC7EC5}" srcId="{194EAC60-D4C3-4852-ACFD-C0A8B1C653A1}" destId="{F605B6B2-5375-4EBB-9693-85DEB263A935}" srcOrd="1" destOrd="0" parTransId="{2D4E18A6-2B60-4A29-86CC-C82846480D54}" sibTransId="{12704A81-436F-470D-81CE-6FCD009008CC}"/>
    <dgm:cxn modelId="{22A8C680-F5B6-4889-8732-332B47CE4DCB}" srcId="{9E43101A-53D8-4656-A8C5-6CC6C97CFD2F}" destId="{000247B4-8E47-4D74-8A9A-4E1ED7464040}" srcOrd="0" destOrd="0" parTransId="{40E7FEF6-D2BE-4449-B862-48DE5434D18E}" sibTransId="{F796738D-140D-4A62-8DD9-E00AC811C50F}"/>
    <dgm:cxn modelId="{154CB481-5867-4778-A6E9-BC7620123C14}" srcId="{9E43101A-53D8-4656-A8C5-6CC6C97CFD2F}" destId="{8FBC270F-33A0-4879-A49E-23CAD76BA883}" srcOrd="3" destOrd="0" parTransId="{80672489-1F70-4179-A0F9-05ABB56C3EB7}" sibTransId="{87FF5F22-BDAC-4286-AD02-7D743272BBFF}"/>
    <dgm:cxn modelId="{3822619D-4F21-4135-AF3D-8A8EC35C1E90}" type="presOf" srcId="{9E43101A-53D8-4656-A8C5-6CC6C97CFD2F}" destId="{58D2E904-4CB9-4938-AF69-089C8F4DBF3F}" srcOrd="0" destOrd="0" presId="urn:microsoft.com/office/officeart/2005/8/layout/vList2"/>
    <dgm:cxn modelId="{090991C9-B605-4EB4-A100-AFB825F55256}" srcId="{194EAC60-D4C3-4852-ACFD-C0A8B1C653A1}" destId="{AAED51DF-158C-4F08-9968-7182A48114B9}" srcOrd="0" destOrd="0" parTransId="{E228E1A9-1062-4E9B-BEEA-82F6EDCE1660}" sibTransId="{83F41FEC-8315-46EC-A5F8-5B2C3C139551}"/>
    <dgm:cxn modelId="{D4CFEFC9-DBC9-431D-806A-360AA15ADC93}" type="presOf" srcId="{F605B6B2-5375-4EBB-9693-85DEB263A935}" destId="{1C3FFC2A-3330-47B9-A87B-7361007E41F9}" srcOrd="0" destOrd="1" presId="urn:microsoft.com/office/officeart/2005/8/layout/vList2"/>
    <dgm:cxn modelId="{852304FD-5CA5-4695-B71E-A7A23155538B}" type="presOf" srcId="{000247B4-8E47-4D74-8A9A-4E1ED7464040}" destId="{464DA6CF-6A0B-4053-959B-12EE7751FAEF}" srcOrd="0" destOrd="0" presId="urn:microsoft.com/office/officeart/2005/8/layout/vList2"/>
    <dgm:cxn modelId="{C68D50FD-069E-4C78-AC1F-810407DD5D34}" type="presOf" srcId="{79DE7113-95F6-4A13-8976-485AF8EB63DD}" destId="{1C3FFC2A-3330-47B9-A87B-7361007E41F9}" srcOrd="0" destOrd="3" presId="urn:microsoft.com/office/officeart/2005/8/layout/vList2"/>
    <dgm:cxn modelId="{23C671FF-7A74-4648-9E98-7F716F9B792E}" srcId="{9E43101A-53D8-4656-A8C5-6CC6C97CFD2F}" destId="{194EAC60-D4C3-4852-ACFD-C0A8B1C653A1}" srcOrd="1" destOrd="0" parTransId="{C58BC835-0190-4263-B568-256CD459261F}" sibTransId="{B1B798CE-DE16-4083-8446-5CB94537B386}"/>
    <dgm:cxn modelId="{6D330929-A0A2-4C6E-9E90-5B25C9491DE0}" type="presParOf" srcId="{58D2E904-4CB9-4938-AF69-089C8F4DBF3F}" destId="{464DA6CF-6A0B-4053-959B-12EE7751FAEF}" srcOrd="0" destOrd="0" presId="urn:microsoft.com/office/officeart/2005/8/layout/vList2"/>
    <dgm:cxn modelId="{D4881A3C-95B3-4C69-9224-3C592E8EC72C}" type="presParOf" srcId="{58D2E904-4CB9-4938-AF69-089C8F4DBF3F}" destId="{DDF2F126-6C26-46BD-9F2E-F748D93173D9}" srcOrd="1" destOrd="0" presId="urn:microsoft.com/office/officeart/2005/8/layout/vList2"/>
    <dgm:cxn modelId="{C7F9E1DD-2A0B-435E-A7B6-73D2D7734A2E}" type="presParOf" srcId="{58D2E904-4CB9-4938-AF69-089C8F4DBF3F}" destId="{308B400E-D835-4273-8926-2BA0CB84DD3E}" srcOrd="2" destOrd="0" presId="urn:microsoft.com/office/officeart/2005/8/layout/vList2"/>
    <dgm:cxn modelId="{F05FBC87-7D53-4C2E-B61E-59F037D49B7D}" type="presParOf" srcId="{58D2E904-4CB9-4938-AF69-089C8F4DBF3F}" destId="{1C3FFC2A-3330-47B9-A87B-7361007E41F9}" srcOrd="3" destOrd="0" presId="urn:microsoft.com/office/officeart/2005/8/layout/vList2"/>
    <dgm:cxn modelId="{66B17A58-0664-44B4-8B9E-79B42D2B31FD}" type="presParOf" srcId="{58D2E904-4CB9-4938-AF69-089C8F4DBF3F}" destId="{425066C3-D6D6-4541-88C1-08978584A1C4}" srcOrd="4" destOrd="0" presId="urn:microsoft.com/office/officeart/2005/8/layout/vList2"/>
    <dgm:cxn modelId="{9ECA696C-BFE1-4069-8B39-9B5E7F85547D}" type="presParOf" srcId="{58D2E904-4CB9-4938-AF69-089C8F4DBF3F}" destId="{FBD5F309-8FF9-4252-915D-13B0972F185F}" srcOrd="5" destOrd="0" presId="urn:microsoft.com/office/officeart/2005/8/layout/vList2"/>
    <dgm:cxn modelId="{2558883A-BBF6-4AC6-B641-74BD3A4793FB}" type="presParOf" srcId="{58D2E904-4CB9-4938-AF69-089C8F4DBF3F}" destId="{66F64AA5-25F9-4AA3-B38B-A8E9072D338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71CBAF4-2D0F-4B4C-A57D-444CDF6E1D44}"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13AE88A-B494-44A7-A0F8-1C599AC655C6}">
      <dgm:prSet/>
      <dgm:spPr/>
      <dgm:t>
        <a:bodyPr/>
        <a:lstStyle/>
        <a:p>
          <a:pPr>
            <a:defRPr cap="all"/>
          </a:pPr>
          <a:r>
            <a:rPr lang="en-US" dirty="0"/>
            <a:t>Large backlog of legacy records to process</a:t>
          </a:r>
        </a:p>
      </dgm:t>
    </dgm:pt>
    <dgm:pt modelId="{FA7B1F97-3E35-4154-8F74-8536718BA3DC}" type="parTrans" cxnId="{7F726A22-282F-4157-B37B-294C33DCFE58}">
      <dgm:prSet/>
      <dgm:spPr/>
      <dgm:t>
        <a:bodyPr/>
        <a:lstStyle/>
        <a:p>
          <a:endParaRPr lang="en-US"/>
        </a:p>
      </dgm:t>
    </dgm:pt>
    <dgm:pt modelId="{3442637A-A851-4504-8E13-A69E481A5FDB}" type="sibTrans" cxnId="{7F726A22-282F-4157-B37B-294C33DCFE58}">
      <dgm:prSet/>
      <dgm:spPr/>
      <dgm:t>
        <a:bodyPr/>
        <a:lstStyle/>
        <a:p>
          <a:endParaRPr lang="en-US"/>
        </a:p>
      </dgm:t>
    </dgm:pt>
    <dgm:pt modelId="{6734F2B3-BF02-4BD1-B9D2-F9B00C359177}">
      <dgm:prSet/>
      <dgm:spPr/>
      <dgm:t>
        <a:bodyPr/>
        <a:lstStyle/>
        <a:p>
          <a:pPr>
            <a:defRPr cap="all"/>
          </a:pPr>
          <a:r>
            <a:rPr lang="en-US" dirty="0"/>
            <a:t>New documents added continuously</a:t>
          </a:r>
        </a:p>
      </dgm:t>
    </dgm:pt>
    <dgm:pt modelId="{27492046-83A5-4EF3-AB9C-A83EBC032A76}" type="parTrans" cxnId="{05FE6CE6-B524-4BFE-98C4-71FD8938BC90}">
      <dgm:prSet/>
      <dgm:spPr/>
      <dgm:t>
        <a:bodyPr/>
        <a:lstStyle/>
        <a:p>
          <a:endParaRPr lang="en-US"/>
        </a:p>
      </dgm:t>
    </dgm:pt>
    <dgm:pt modelId="{C42E74FB-A4EA-4A6E-AFAB-9CD09F347932}" type="sibTrans" cxnId="{05FE6CE6-B524-4BFE-98C4-71FD8938BC90}">
      <dgm:prSet/>
      <dgm:spPr/>
      <dgm:t>
        <a:bodyPr/>
        <a:lstStyle/>
        <a:p>
          <a:endParaRPr lang="en-US"/>
        </a:p>
      </dgm:t>
    </dgm:pt>
    <dgm:pt modelId="{FCBA1B0F-AAFD-4866-AC83-180A474EBF7F}">
      <dgm:prSet/>
      <dgm:spPr/>
      <dgm:t>
        <a:bodyPr/>
        <a:lstStyle/>
        <a:p>
          <a:pPr>
            <a:defRPr cap="all"/>
          </a:pPr>
          <a:r>
            <a:rPr lang="en-US" dirty="0"/>
            <a:t>Delays directly affect clinical workflows</a:t>
          </a:r>
        </a:p>
      </dgm:t>
    </dgm:pt>
    <dgm:pt modelId="{DC8824A9-D72D-4E7C-AF56-60092A7322AC}" type="parTrans" cxnId="{FF928390-E904-4891-BEBD-833AAD2F82B1}">
      <dgm:prSet/>
      <dgm:spPr/>
      <dgm:t>
        <a:bodyPr/>
        <a:lstStyle/>
        <a:p>
          <a:endParaRPr lang="en-US"/>
        </a:p>
      </dgm:t>
    </dgm:pt>
    <dgm:pt modelId="{DC439DCE-C3FB-453B-8A08-2EF0BFA057AE}" type="sibTrans" cxnId="{FF928390-E904-4891-BEBD-833AAD2F82B1}">
      <dgm:prSet/>
      <dgm:spPr/>
      <dgm:t>
        <a:bodyPr/>
        <a:lstStyle/>
        <a:p>
          <a:endParaRPr lang="en-US"/>
        </a:p>
      </dgm:t>
    </dgm:pt>
    <dgm:pt modelId="{342FC6A9-357C-499A-88EE-65E0CE8F616C}" type="pres">
      <dgm:prSet presAssocID="{871CBAF4-2D0F-4B4C-A57D-444CDF6E1D44}" presName="root" presStyleCnt="0">
        <dgm:presLayoutVars>
          <dgm:dir/>
          <dgm:resizeHandles val="exact"/>
        </dgm:presLayoutVars>
      </dgm:prSet>
      <dgm:spPr/>
    </dgm:pt>
    <dgm:pt modelId="{7718F05F-74B3-489E-8A99-5916815C14C8}" type="pres">
      <dgm:prSet presAssocID="{B13AE88A-B494-44A7-A0F8-1C599AC655C6}" presName="compNode" presStyleCnt="0"/>
      <dgm:spPr/>
    </dgm:pt>
    <dgm:pt modelId="{4FBE9D47-86F3-4331-9EC1-BD666A7825EC}" type="pres">
      <dgm:prSet presAssocID="{B13AE88A-B494-44A7-A0F8-1C599AC655C6}" presName="iconBgRect" presStyleLbl="bgShp" presStyleIdx="0" presStyleCnt="3"/>
      <dgm:spPr/>
    </dgm:pt>
    <dgm:pt modelId="{2C1FCF89-2A0D-435F-A9C9-1AD0734E7921}" type="pres">
      <dgm:prSet presAssocID="{B13AE88A-B494-44A7-A0F8-1C599AC655C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084B74D8-7ED6-4EE4-A60D-D47644EB2AAA}" type="pres">
      <dgm:prSet presAssocID="{B13AE88A-B494-44A7-A0F8-1C599AC655C6}" presName="spaceRect" presStyleCnt="0"/>
      <dgm:spPr/>
    </dgm:pt>
    <dgm:pt modelId="{B93F85CC-ACFD-4151-BE35-B7ED44F3B223}" type="pres">
      <dgm:prSet presAssocID="{B13AE88A-B494-44A7-A0F8-1C599AC655C6}" presName="textRect" presStyleLbl="revTx" presStyleIdx="0" presStyleCnt="3">
        <dgm:presLayoutVars>
          <dgm:chMax val="1"/>
          <dgm:chPref val="1"/>
        </dgm:presLayoutVars>
      </dgm:prSet>
      <dgm:spPr/>
    </dgm:pt>
    <dgm:pt modelId="{06D11E32-0AC9-4F6E-AAE1-C911A3AF7ED2}" type="pres">
      <dgm:prSet presAssocID="{3442637A-A851-4504-8E13-A69E481A5FDB}" presName="sibTrans" presStyleCnt="0"/>
      <dgm:spPr/>
    </dgm:pt>
    <dgm:pt modelId="{5B8F8FC0-FBFC-4491-A833-CDEE75A696BF}" type="pres">
      <dgm:prSet presAssocID="{6734F2B3-BF02-4BD1-B9D2-F9B00C359177}" presName="compNode" presStyleCnt="0"/>
      <dgm:spPr/>
    </dgm:pt>
    <dgm:pt modelId="{2A9AF96F-CF68-4A99-A6FE-96F238E8581D}" type="pres">
      <dgm:prSet presAssocID="{6734F2B3-BF02-4BD1-B9D2-F9B00C359177}" presName="iconBgRect" presStyleLbl="bgShp" presStyleIdx="1" presStyleCnt="3"/>
      <dgm:spPr/>
    </dgm:pt>
    <dgm:pt modelId="{1253D65C-CD67-4B55-9BBE-41E01C177485}" type="pres">
      <dgm:prSet presAssocID="{6734F2B3-BF02-4BD1-B9D2-F9B00C35917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wnload"/>
        </a:ext>
      </dgm:extLst>
    </dgm:pt>
    <dgm:pt modelId="{32100280-629A-4E6B-B185-052245E6DC91}" type="pres">
      <dgm:prSet presAssocID="{6734F2B3-BF02-4BD1-B9D2-F9B00C359177}" presName="spaceRect" presStyleCnt="0"/>
      <dgm:spPr/>
    </dgm:pt>
    <dgm:pt modelId="{F7202EFA-626D-4BC8-B68C-617414172440}" type="pres">
      <dgm:prSet presAssocID="{6734F2B3-BF02-4BD1-B9D2-F9B00C359177}" presName="textRect" presStyleLbl="revTx" presStyleIdx="1" presStyleCnt="3">
        <dgm:presLayoutVars>
          <dgm:chMax val="1"/>
          <dgm:chPref val="1"/>
        </dgm:presLayoutVars>
      </dgm:prSet>
      <dgm:spPr/>
    </dgm:pt>
    <dgm:pt modelId="{18DC2B2E-36BF-4C10-BAD1-A1FF4FF5C554}" type="pres">
      <dgm:prSet presAssocID="{C42E74FB-A4EA-4A6E-AFAB-9CD09F347932}" presName="sibTrans" presStyleCnt="0"/>
      <dgm:spPr/>
    </dgm:pt>
    <dgm:pt modelId="{9A56A041-9F22-4CC1-9927-72543B5E457F}" type="pres">
      <dgm:prSet presAssocID="{FCBA1B0F-AAFD-4866-AC83-180A474EBF7F}" presName="compNode" presStyleCnt="0"/>
      <dgm:spPr/>
    </dgm:pt>
    <dgm:pt modelId="{80C6EDC9-EAF6-4D16-99B4-3F366E0417C3}" type="pres">
      <dgm:prSet presAssocID="{FCBA1B0F-AAFD-4866-AC83-180A474EBF7F}" presName="iconBgRect" presStyleLbl="bgShp" presStyleIdx="2" presStyleCnt="3"/>
      <dgm:spPr/>
    </dgm:pt>
    <dgm:pt modelId="{FDC6AA53-B84D-4E29-946E-9FE8FD1A9DE1}" type="pres">
      <dgm:prSet presAssocID="{FCBA1B0F-AAFD-4866-AC83-180A474EBF7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02A7911F-BD60-41AE-B154-51FC11AF68A5}" type="pres">
      <dgm:prSet presAssocID="{FCBA1B0F-AAFD-4866-AC83-180A474EBF7F}" presName="spaceRect" presStyleCnt="0"/>
      <dgm:spPr/>
    </dgm:pt>
    <dgm:pt modelId="{0B37F995-FD93-4F71-A271-2FFB728EFBDF}" type="pres">
      <dgm:prSet presAssocID="{FCBA1B0F-AAFD-4866-AC83-180A474EBF7F}" presName="textRect" presStyleLbl="revTx" presStyleIdx="2" presStyleCnt="3">
        <dgm:presLayoutVars>
          <dgm:chMax val="1"/>
          <dgm:chPref val="1"/>
        </dgm:presLayoutVars>
      </dgm:prSet>
      <dgm:spPr/>
    </dgm:pt>
  </dgm:ptLst>
  <dgm:cxnLst>
    <dgm:cxn modelId="{7F726A22-282F-4157-B37B-294C33DCFE58}" srcId="{871CBAF4-2D0F-4B4C-A57D-444CDF6E1D44}" destId="{B13AE88A-B494-44A7-A0F8-1C599AC655C6}" srcOrd="0" destOrd="0" parTransId="{FA7B1F97-3E35-4154-8F74-8536718BA3DC}" sibTransId="{3442637A-A851-4504-8E13-A69E481A5FDB}"/>
    <dgm:cxn modelId="{1549C236-A731-4E96-9587-80D8F77119ED}" type="presOf" srcId="{871CBAF4-2D0F-4B4C-A57D-444CDF6E1D44}" destId="{342FC6A9-357C-499A-88EE-65E0CE8F616C}" srcOrd="0" destOrd="0" presId="urn:microsoft.com/office/officeart/2018/5/layout/IconCircleLabelList"/>
    <dgm:cxn modelId="{DF86F139-CCDA-4B91-8C79-8C41403B1372}" type="presOf" srcId="{B13AE88A-B494-44A7-A0F8-1C599AC655C6}" destId="{B93F85CC-ACFD-4151-BE35-B7ED44F3B223}" srcOrd="0" destOrd="0" presId="urn:microsoft.com/office/officeart/2018/5/layout/IconCircleLabelList"/>
    <dgm:cxn modelId="{FF928390-E904-4891-BEBD-833AAD2F82B1}" srcId="{871CBAF4-2D0F-4B4C-A57D-444CDF6E1D44}" destId="{FCBA1B0F-AAFD-4866-AC83-180A474EBF7F}" srcOrd="2" destOrd="0" parTransId="{DC8824A9-D72D-4E7C-AF56-60092A7322AC}" sibTransId="{DC439DCE-C3FB-453B-8A08-2EF0BFA057AE}"/>
    <dgm:cxn modelId="{C21907AB-0A1D-4948-A85A-7A6741828A9D}" type="presOf" srcId="{6734F2B3-BF02-4BD1-B9D2-F9B00C359177}" destId="{F7202EFA-626D-4BC8-B68C-617414172440}" srcOrd="0" destOrd="0" presId="urn:microsoft.com/office/officeart/2018/5/layout/IconCircleLabelList"/>
    <dgm:cxn modelId="{05FE6CE6-B524-4BFE-98C4-71FD8938BC90}" srcId="{871CBAF4-2D0F-4B4C-A57D-444CDF6E1D44}" destId="{6734F2B3-BF02-4BD1-B9D2-F9B00C359177}" srcOrd="1" destOrd="0" parTransId="{27492046-83A5-4EF3-AB9C-A83EBC032A76}" sibTransId="{C42E74FB-A4EA-4A6E-AFAB-9CD09F347932}"/>
    <dgm:cxn modelId="{15CC7EEE-F8FB-463D-BD40-DF99B6CADB6B}" type="presOf" srcId="{FCBA1B0F-AAFD-4866-AC83-180A474EBF7F}" destId="{0B37F995-FD93-4F71-A271-2FFB728EFBDF}" srcOrd="0" destOrd="0" presId="urn:microsoft.com/office/officeart/2018/5/layout/IconCircleLabelList"/>
    <dgm:cxn modelId="{DBA88722-4AB8-49A4-A55E-1F6D22F9ED37}" type="presParOf" srcId="{342FC6A9-357C-499A-88EE-65E0CE8F616C}" destId="{7718F05F-74B3-489E-8A99-5916815C14C8}" srcOrd="0" destOrd="0" presId="urn:microsoft.com/office/officeart/2018/5/layout/IconCircleLabelList"/>
    <dgm:cxn modelId="{6B9810C0-740A-4159-87EB-CA3D9C2F6348}" type="presParOf" srcId="{7718F05F-74B3-489E-8A99-5916815C14C8}" destId="{4FBE9D47-86F3-4331-9EC1-BD666A7825EC}" srcOrd="0" destOrd="0" presId="urn:microsoft.com/office/officeart/2018/5/layout/IconCircleLabelList"/>
    <dgm:cxn modelId="{AA7B9D7B-AEEF-47BE-A2AC-FE5861C6D5E3}" type="presParOf" srcId="{7718F05F-74B3-489E-8A99-5916815C14C8}" destId="{2C1FCF89-2A0D-435F-A9C9-1AD0734E7921}" srcOrd="1" destOrd="0" presId="urn:microsoft.com/office/officeart/2018/5/layout/IconCircleLabelList"/>
    <dgm:cxn modelId="{C13F0718-74BB-4BCC-9285-0FA9AF774DFC}" type="presParOf" srcId="{7718F05F-74B3-489E-8A99-5916815C14C8}" destId="{084B74D8-7ED6-4EE4-A60D-D47644EB2AAA}" srcOrd="2" destOrd="0" presId="urn:microsoft.com/office/officeart/2018/5/layout/IconCircleLabelList"/>
    <dgm:cxn modelId="{A73000D8-0D5A-4E25-93CA-2BC3A4CB4714}" type="presParOf" srcId="{7718F05F-74B3-489E-8A99-5916815C14C8}" destId="{B93F85CC-ACFD-4151-BE35-B7ED44F3B223}" srcOrd="3" destOrd="0" presId="urn:microsoft.com/office/officeart/2018/5/layout/IconCircleLabelList"/>
    <dgm:cxn modelId="{7046701B-FB7A-4EF1-ACEF-82BBE647C76D}" type="presParOf" srcId="{342FC6A9-357C-499A-88EE-65E0CE8F616C}" destId="{06D11E32-0AC9-4F6E-AAE1-C911A3AF7ED2}" srcOrd="1" destOrd="0" presId="urn:microsoft.com/office/officeart/2018/5/layout/IconCircleLabelList"/>
    <dgm:cxn modelId="{0EE6A8C2-E0FA-40CB-B67B-8E0C00A191AC}" type="presParOf" srcId="{342FC6A9-357C-499A-88EE-65E0CE8F616C}" destId="{5B8F8FC0-FBFC-4491-A833-CDEE75A696BF}" srcOrd="2" destOrd="0" presId="urn:microsoft.com/office/officeart/2018/5/layout/IconCircleLabelList"/>
    <dgm:cxn modelId="{5EBE1D78-106C-4892-AAA9-D57006C19CEA}" type="presParOf" srcId="{5B8F8FC0-FBFC-4491-A833-CDEE75A696BF}" destId="{2A9AF96F-CF68-4A99-A6FE-96F238E8581D}" srcOrd="0" destOrd="0" presId="urn:microsoft.com/office/officeart/2018/5/layout/IconCircleLabelList"/>
    <dgm:cxn modelId="{9E95AC83-312F-4C58-B901-02CBD0FC8797}" type="presParOf" srcId="{5B8F8FC0-FBFC-4491-A833-CDEE75A696BF}" destId="{1253D65C-CD67-4B55-9BBE-41E01C177485}" srcOrd="1" destOrd="0" presId="urn:microsoft.com/office/officeart/2018/5/layout/IconCircleLabelList"/>
    <dgm:cxn modelId="{3F4C9E32-BFF7-4D34-834F-F1650DD4408D}" type="presParOf" srcId="{5B8F8FC0-FBFC-4491-A833-CDEE75A696BF}" destId="{32100280-629A-4E6B-B185-052245E6DC91}" srcOrd="2" destOrd="0" presId="urn:microsoft.com/office/officeart/2018/5/layout/IconCircleLabelList"/>
    <dgm:cxn modelId="{6DDCA799-4406-49CD-AC50-6CE0DD06B565}" type="presParOf" srcId="{5B8F8FC0-FBFC-4491-A833-CDEE75A696BF}" destId="{F7202EFA-626D-4BC8-B68C-617414172440}" srcOrd="3" destOrd="0" presId="urn:microsoft.com/office/officeart/2018/5/layout/IconCircleLabelList"/>
    <dgm:cxn modelId="{D5084EEA-7D97-4CE6-90C5-792D8712C059}" type="presParOf" srcId="{342FC6A9-357C-499A-88EE-65E0CE8F616C}" destId="{18DC2B2E-36BF-4C10-BAD1-A1FF4FF5C554}" srcOrd="3" destOrd="0" presId="urn:microsoft.com/office/officeart/2018/5/layout/IconCircleLabelList"/>
    <dgm:cxn modelId="{379D8698-8EBB-4B4B-A9E4-53458A08A8AE}" type="presParOf" srcId="{342FC6A9-357C-499A-88EE-65E0CE8F616C}" destId="{9A56A041-9F22-4CC1-9927-72543B5E457F}" srcOrd="4" destOrd="0" presId="urn:microsoft.com/office/officeart/2018/5/layout/IconCircleLabelList"/>
    <dgm:cxn modelId="{4DE2457E-CE28-4782-9E0E-74289F98FA74}" type="presParOf" srcId="{9A56A041-9F22-4CC1-9927-72543B5E457F}" destId="{80C6EDC9-EAF6-4D16-99B4-3F366E0417C3}" srcOrd="0" destOrd="0" presId="urn:microsoft.com/office/officeart/2018/5/layout/IconCircleLabelList"/>
    <dgm:cxn modelId="{CC9D165E-A64C-43AE-99DD-6FAF788D630C}" type="presParOf" srcId="{9A56A041-9F22-4CC1-9927-72543B5E457F}" destId="{FDC6AA53-B84D-4E29-946E-9FE8FD1A9DE1}" srcOrd="1" destOrd="0" presId="urn:microsoft.com/office/officeart/2018/5/layout/IconCircleLabelList"/>
    <dgm:cxn modelId="{46E0EFFF-3559-4663-84E9-343207923816}" type="presParOf" srcId="{9A56A041-9F22-4CC1-9927-72543B5E457F}" destId="{02A7911F-BD60-41AE-B154-51FC11AF68A5}" srcOrd="2" destOrd="0" presId="urn:microsoft.com/office/officeart/2018/5/layout/IconCircleLabelList"/>
    <dgm:cxn modelId="{0E754CB2-8633-4C94-8973-C93D70BC6D9D}" type="presParOf" srcId="{9A56A041-9F22-4CC1-9927-72543B5E457F}" destId="{0B37F995-FD93-4F71-A271-2FFB728EFBD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9636B21-89A4-4A02-939C-C08773F4B1FF}"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D0CC144D-1D19-4989-9B94-5D635738FBEE}">
      <dgm:prSet/>
      <dgm:spPr/>
      <dgm:t>
        <a:bodyPr/>
        <a:lstStyle/>
        <a:p>
          <a:r>
            <a:rPr lang="en-US" dirty="0"/>
            <a:t>Challenges</a:t>
          </a:r>
        </a:p>
      </dgm:t>
    </dgm:pt>
    <dgm:pt modelId="{4789E570-E354-4C3F-A3E7-E756909AC7FF}" type="parTrans" cxnId="{A0FE2228-08E3-4FD0-8C81-0C5265CCC210}">
      <dgm:prSet/>
      <dgm:spPr/>
      <dgm:t>
        <a:bodyPr/>
        <a:lstStyle/>
        <a:p>
          <a:endParaRPr lang="en-US"/>
        </a:p>
      </dgm:t>
    </dgm:pt>
    <dgm:pt modelId="{503D604E-0C95-4D2E-93C0-0ABE20F6F222}" type="sibTrans" cxnId="{A0FE2228-08E3-4FD0-8C81-0C5265CCC210}">
      <dgm:prSet/>
      <dgm:spPr/>
      <dgm:t>
        <a:bodyPr/>
        <a:lstStyle/>
        <a:p>
          <a:endParaRPr lang="en-US"/>
        </a:p>
      </dgm:t>
    </dgm:pt>
    <dgm:pt modelId="{EBD89EF5-72D8-46B5-8ADB-6E354E32D25E}">
      <dgm:prSet/>
      <dgm:spPr/>
      <dgm:t>
        <a:bodyPr/>
        <a:lstStyle/>
        <a:p>
          <a:r>
            <a:rPr lang="en-US" dirty="0"/>
            <a:t>OCR errors and inconsistent scans</a:t>
          </a:r>
        </a:p>
      </dgm:t>
    </dgm:pt>
    <dgm:pt modelId="{EE586EC4-A200-4F72-855F-7E7F629EE667}" type="parTrans" cxnId="{2768ADA7-1AA8-4E16-8043-9A8654D42E31}">
      <dgm:prSet/>
      <dgm:spPr/>
      <dgm:t>
        <a:bodyPr/>
        <a:lstStyle/>
        <a:p>
          <a:endParaRPr lang="en-US"/>
        </a:p>
      </dgm:t>
    </dgm:pt>
    <dgm:pt modelId="{2B1D2E08-8E52-4830-B673-53B5DEF6CEC7}" type="sibTrans" cxnId="{2768ADA7-1AA8-4E16-8043-9A8654D42E31}">
      <dgm:prSet/>
      <dgm:spPr/>
      <dgm:t>
        <a:bodyPr/>
        <a:lstStyle/>
        <a:p>
          <a:endParaRPr lang="en-US"/>
        </a:p>
      </dgm:t>
    </dgm:pt>
    <dgm:pt modelId="{16F8C890-C649-4781-8516-1F1C72DBC4F7}">
      <dgm:prSet/>
      <dgm:spPr/>
      <dgm:t>
        <a:bodyPr/>
        <a:lstStyle/>
        <a:p>
          <a:r>
            <a:rPr lang="en-US" dirty="0"/>
            <a:t>Handwriting and formatting variability</a:t>
          </a:r>
        </a:p>
      </dgm:t>
    </dgm:pt>
    <dgm:pt modelId="{83E1A126-0515-4661-A3B0-CEE7E19252E7}" type="parTrans" cxnId="{6C40F7BF-11BF-425A-8294-4E1E47D9A871}">
      <dgm:prSet/>
      <dgm:spPr/>
      <dgm:t>
        <a:bodyPr/>
        <a:lstStyle/>
        <a:p>
          <a:endParaRPr lang="en-US"/>
        </a:p>
      </dgm:t>
    </dgm:pt>
    <dgm:pt modelId="{A3E5A23C-33AF-41BC-80C8-BB18640CAC99}" type="sibTrans" cxnId="{6C40F7BF-11BF-425A-8294-4E1E47D9A871}">
      <dgm:prSet/>
      <dgm:spPr/>
      <dgm:t>
        <a:bodyPr/>
        <a:lstStyle/>
        <a:p>
          <a:endParaRPr lang="en-US"/>
        </a:p>
      </dgm:t>
    </dgm:pt>
    <dgm:pt modelId="{2F76B354-DEDF-4363-9897-D4A6C075DA56}">
      <dgm:prSet/>
      <dgm:spPr/>
      <dgm:t>
        <a:bodyPr/>
        <a:lstStyle/>
        <a:p>
          <a:r>
            <a:rPr lang="en-US" dirty="0"/>
            <a:t>Risk of incorrect or incomplete records</a:t>
          </a:r>
        </a:p>
      </dgm:t>
    </dgm:pt>
    <dgm:pt modelId="{23543A5C-63D0-4312-9022-FE5B46DD6D41}" type="parTrans" cxnId="{A4EED267-532F-427A-9CB6-16263D2F7CFE}">
      <dgm:prSet/>
      <dgm:spPr/>
      <dgm:t>
        <a:bodyPr/>
        <a:lstStyle/>
        <a:p>
          <a:endParaRPr lang="en-US"/>
        </a:p>
      </dgm:t>
    </dgm:pt>
    <dgm:pt modelId="{FD02B2EB-71D2-4A8C-A193-138032E619E7}" type="sibTrans" cxnId="{A4EED267-532F-427A-9CB6-16263D2F7CFE}">
      <dgm:prSet/>
      <dgm:spPr/>
      <dgm:t>
        <a:bodyPr/>
        <a:lstStyle/>
        <a:p>
          <a:endParaRPr lang="en-US"/>
        </a:p>
      </dgm:t>
    </dgm:pt>
    <dgm:pt modelId="{6CAE8579-C5B9-486F-B30A-4C5169AD88B5}">
      <dgm:prSet/>
      <dgm:spPr/>
      <dgm:t>
        <a:bodyPr/>
        <a:lstStyle/>
        <a:p>
          <a:r>
            <a:rPr lang="en-US" dirty="0"/>
            <a:t>Value created:</a:t>
          </a:r>
        </a:p>
      </dgm:t>
    </dgm:pt>
    <dgm:pt modelId="{E365CE0A-CCEA-43E5-B514-C5B9683D769A}" type="parTrans" cxnId="{1929CE89-1D21-4815-B8C9-0893FCD35820}">
      <dgm:prSet/>
      <dgm:spPr/>
      <dgm:t>
        <a:bodyPr/>
        <a:lstStyle/>
        <a:p>
          <a:endParaRPr lang="en-US"/>
        </a:p>
      </dgm:t>
    </dgm:pt>
    <dgm:pt modelId="{EF7272B6-DB52-437D-A3D9-47B584350ECA}" type="sibTrans" cxnId="{1929CE89-1D21-4815-B8C9-0893FCD35820}">
      <dgm:prSet/>
      <dgm:spPr/>
      <dgm:t>
        <a:bodyPr/>
        <a:lstStyle/>
        <a:p>
          <a:endParaRPr lang="en-US"/>
        </a:p>
      </dgm:t>
    </dgm:pt>
    <dgm:pt modelId="{CC6B90A1-ABDE-4FDA-A9A7-7DDB95745DA4}">
      <dgm:prSet/>
      <dgm:spPr/>
      <dgm:t>
        <a:bodyPr/>
        <a:lstStyle/>
        <a:p>
          <a:r>
            <a:rPr lang="en-US" dirty="0"/>
            <a:t>Reliable patient histories</a:t>
          </a:r>
        </a:p>
      </dgm:t>
    </dgm:pt>
    <dgm:pt modelId="{55F743F1-2ACC-4349-8E09-E906D38BAF91}" type="parTrans" cxnId="{76C092C6-9E15-41E1-8314-15FE434DC2B4}">
      <dgm:prSet/>
      <dgm:spPr/>
      <dgm:t>
        <a:bodyPr/>
        <a:lstStyle/>
        <a:p>
          <a:endParaRPr lang="en-US"/>
        </a:p>
      </dgm:t>
    </dgm:pt>
    <dgm:pt modelId="{96596590-FE71-4C40-8636-94A331600290}" type="sibTrans" cxnId="{76C092C6-9E15-41E1-8314-15FE434DC2B4}">
      <dgm:prSet/>
      <dgm:spPr/>
      <dgm:t>
        <a:bodyPr/>
        <a:lstStyle/>
        <a:p>
          <a:endParaRPr lang="en-US"/>
        </a:p>
      </dgm:t>
    </dgm:pt>
    <dgm:pt modelId="{FB4EF4D8-0294-4F4B-8DB6-C340BD82CFC1}">
      <dgm:prSet/>
      <dgm:spPr/>
      <dgm:t>
        <a:bodyPr/>
        <a:lstStyle/>
        <a:p>
          <a:r>
            <a:rPr lang="en-US" dirty="0"/>
            <a:t>Faster, more confident decisions</a:t>
          </a:r>
        </a:p>
      </dgm:t>
    </dgm:pt>
    <dgm:pt modelId="{42E7B866-6746-44C9-B7B5-5A067F71E777}" type="parTrans" cxnId="{98A6932C-046E-4D6E-AFD6-B4CD2F1AE423}">
      <dgm:prSet/>
      <dgm:spPr/>
      <dgm:t>
        <a:bodyPr/>
        <a:lstStyle/>
        <a:p>
          <a:endParaRPr lang="en-US"/>
        </a:p>
      </dgm:t>
    </dgm:pt>
    <dgm:pt modelId="{1623E2ED-66BF-4F0A-8CC5-6EA978BB8480}" type="sibTrans" cxnId="{98A6932C-046E-4D6E-AFD6-B4CD2F1AE423}">
      <dgm:prSet/>
      <dgm:spPr/>
      <dgm:t>
        <a:bodyPr/>
        <a:lstStyle/>
        <a:p>
          <a:endParaRPr lang="en-US"/>
        </a:p>
      </dgm:t>
    </dgm:pt>
    <dgm:pt modelId="{7F4666F8-22AB-40FF-935D-83E419284908}">
      <dgm:prSet/>
      <dgm:spPr/>
      <dgm:t>
        <a:bodyPr/>
        <a:lstStyle/>
        <a:p>
          <a:r>
            <a:rPr lang="en-US" dirty="0"/>
            <a:t>Data ready for analytics and research</a:t>
          </a:r>
        </a:p>
      </dgm:t>
    </dgm:pt>
    <dgm:pt modelId="{9C50C19A-3C6A-4D27-9E4F-D2C003184D44}" type="parTrans" cxnId="{C3027BBD-2A8A-40F9-AEB7-7A804A20D88F}">
      <dgm:prSet/>
      <dgm:spPr/>
      <dgm:t>
        <a:bodyPr/>
        <a:lstStyle/>
        <a:p>
          <a:endParaRPr lang="en-US"/>
        </a:p>
      </dgm:t>
    </dgm:pt>
    <dgm:pt modelId="{17FF6F14-B7DC-46E6-A008-80116F709679}" type="sibTrans" cxnId="{C3027BBD-2A8A-40F9-AEB7-7A804A20D88F}">
      <dgm:prSet/>
      <dgm:spPr/>
      <dgm:t>
        <a:bodyPr/>
        <a:lstStyle/>
        <a:p>
          <a:endParaRPr lang="en-US"/>
        </a:p>
      </dgm:t>
    </dgm:pt>
    <dgm:pt modelId="{BBF36BC3-E0C3-44A4-A6EC-435226CAC132}" type="pres">
      <dgm:prSet presAssocID="{19636B21-89A4-4A02-939C-C08773F4B1FF}" presName="Name0" presStyleCnt="0">
        <dgm:presLayoutVars>
          <dgm:dir/>
          <dgm:animLvl val="lvl"/>
          <dgm:resizeHandles val="exact"/>
        </dgm:presLayoutVars>
      </dgm:prSet>
      <dgm:spPr/>
    </dgm:pt>
    <dgm:pt modelId="{609B9434-4CAA-4974-8749-42EF0BED3150}" type="pres">
      <dgm:prSet presAssocID="{D0CC144D-1D19-4989-9B94-5D635738FBEE}" presName="linNode" presStyleCnt="0"/>
      <dgm:spPr/>
    </dgm:pt>
    <dgm:pt modelId="{35E92731-C1AC-4C02-B315-F1655F945199}" type="pres">
      <dgm:prSet presAssocID="{D0CC144D-1D19-4989-9B94-5D635738FBEE}" presName="parentText" presStyleLbl="node1" presStyleIdx="0" presStyleCnt="2">
        <dgm:presLayoutVars>
          <dgm:chMax val="1"/>
          <dgm:bulletEnabled val="1"/>
        </dgm:presLayoutVars>
      </dgm:prSet>
      <dgm:spPr/>
    </dgm:pt>
    <dgm:pt modelId="{E6D5E30A-81B4-455F-BD5F-4A8C0583BC6F}" type="pres">
      <dgm:prSet presAssocID="{D0CC144D-1D19-4989-9B94-5D635738FBEE}" presName="descendantText" presStyleLbl="alignAccFollowNode1" presStyleIdx="0" presStyleCnt="2">
        <dgm:presLayoutVars>
          <dgm:bulletEnabled val="1"/>
        </dgm:presLayoutVars>
      </dgm:prSet>
      <dgm:spPr/>
    </dgm:pt>
    <dgm:pt modelId="{36C7EDF8-0CC3-425B-8A61-087394D2C83C}" type="pres">
      <dgm:prSet presAssocID="{503D604E-0C95-4D2E-93C0-0ABE20F6F222}" presName="sp" presStyleCnt="0"/>
      <dgm:spPr/>
    </dgm:pt>
    <dgm:pt modelId="{80FEDF3A-F7B0-4C49-9384-D8F97447CEFF}" type="pres">
      <dgm:prSet presAssocID="{6CAE8579-C5B9-486F-B30A-4C5169AD88B5}" presName="linNode" presStyleCnt="0"/>
      <dgm:spPr/>
    </dgm:pt>
    <dgm:pt modelId="{63B7C6CF-F127-4F33-8252-63AA73000483}" type="pres">
      <dgm:prSet presAssocID="{6CAE8579-C5B9-486F-B30A-4C5169AD88B5}" presName="parentText" presStyleLbl="node1" presStyleIdx="1" presStyleCnt="2">
        <dgm:presLayoutVars>
          <dgm:chMax val="1"/>
          <dgm:bulletEnabled val="1"/>
        </dgm:presLayoutVars>
      </dgm:prSet>
      <dgm:spPr/>
    </dgm:pt>
    <dgm:pt modelId="{E02AE0D5-79C6-40CC-B307-462400589FEE}" type="pres">
      <dgm:prSet presAssocID="{6CAE8579-C5B9-486F-B30A-4C5169AD88B5}" presName="descendantText" presStyleLbl="alignAccFollowNode1" presStyleIdx="1" presStyleCnt="2">
        <dgm:presLayoutVars>
          <dgm:bulletEnabled val="1"/>
        </dgm:presLayoutVars>
      </dgm:prSet>
      <dgm:spPr/>
    </dgm:pt>
  </dgm:ptLst>
  <dgm:cxnLst>
    <dgm:cxn modelId="{A0FE2228-08E3-4FD0-8C81-0C5265CCC210}" srcId="{19636B21-89A4-4A02-939C-C08773F4B1FF}" destId="{D0CC144D-1D19-4989-9B94-5D635738FBEE}" srcOrd="0" destOrd="0" parTransId="{4789E570-E354-4C3F-A3E7-E756909AC7FF}" sibTransId="{503D604E-0C95-4D2E-93C0-0ABE20F6F222}"/>
    <dgm:cxn modelId="{23A0092C-62C7-4B4B-B624-3B5B9FBCD478}" type="presOf" srcId="{D0CC144D-1D19-4989-9B94-5D635738FBEE}" destId="{35E92731-C1AC-4C02-B315-F1655F945199}" srcOrd="0" destOrd="0" presId="urn:microsoft.com/office/officeart/2005/8/layout/vList5"/>
    <dgm:cxn modelId="{98A6932C-046E-4D6E-AFD6-B4CD2F1AE423}" srcId="{6CAE8579-C5B9-486F-B30A-4C5169AD88B5}" destId="{FB4EF4D8-0294-4F4B-8DB6-C340BD82CFC1}" srcOrd="1" destOrd="0" parTransId="{42E7B866-6746-44C9-B7B5-5A067F71E777}" sibTransId="{1623E2ED-66BF-4F0A-8CC5-6EA978BB8480}"/>
    <dgm:cxn modelId="{A4EED267-532F-427A-9CB6-16263D2F7CFE}" srcId="{D0CC144D-1D19-4989-9B94-5D635738FBEE}" destId="{2F76B354-DEDF-4363-9897-D4A6C075DA56}" srcOrd="2" destOrd="0" parTransId="{23543A5C-63D0-4312-9022-FE5B46DD6D41}" sibTransId="{FD02B2EB-71D2-4A8C-A193-138032E619E7}"/>
    <dgm:cxn modelId="{B5B7D26E-5022-4A05-ADB6-F35373DC924F}" type="presOf" srcId="{2F76B354-DEDF-4363-9897-D4A6C075DA56}" destId="{E6D5E30A-81B4-455F-BD5F-4A8C0583BC6F}" srcOrd="0" destOrd="2" presId="urn:microsoft.com/office/officeart/2005/8/layout/vList5"/>
    <dgm:cxn modelId="{79959A84-A6C2-4C37-89A0-9D7F9A70F049}" type="presOf" srcId="{CC6B90A1-ABDE-4FDA-A9A7-7DDB95745DA4}" destId="{E02AE0D5-79C6-40CC-B307-462400589FEE}" srcOrd="0" destOrd="0" presId="urn:microsoft.com/office/officeart/2005/8/layout/vList5"/>
    <dgm:cxn modelId="{1929CE89-1D21-4815-B8C9-0893FCD35820}" srcId="{19636B21-89A4-4A02-939C-C08773F4B1FF}" destId="{6CAE8579-C5B9-486F-B30A-4C5169AD88B5}" srcOrd="1" destOrd="0" parTransId="{E365CE0A-CCEA-43E5-B514-C5B9683D769A}" sibTransId="{EF7272B6-DB52-437D-A3D9-47B584350ECA}"/>
    <dgm:cxn modelId="{39916292-9959-4160-8935-E4D594D40C53}" type="presOf" srcId="{EBD89EF5-72D8-46B5-8ADB-6E354E32D25E}" destId="{E6D5E30A-81B4-455F-BD5F-4A8C0583BC6F}" srcOrd="0" destOrd="0" presId="urn:microsoft.com/office/officeart/2005/8/layout/vList5"/>
    <dgm:cxn modelId="{BC060AA1-E66F-4578-B75B-041CF75E5E1C}" type="presOf" srcId="{16F8C890-C649-4781-8516-1F1C72DBC4F7}" destId="{E6D5E30A-81B4-455F-BD5F-4A8C0583BC6F}" srcOrd="0" destOrd="1" presId="urn:microsoft.com/office/officeart/2005/8/layout/vList5"/>
    <dgm:cxn modelId="{1D8131A4-72DF-4F13-99D4-ECE2D51BBF72}" type="presOf" srcId="{FB4EF4D8-0294-4F4B-8DB6-C340BD82CFC1}" destId="{E02AE0D5-79C6-40CC-B307-462400589FEE}" srcOrd="0" destOrd="1" presId="urn:microsoft.com/office/officeart/2005/8/layout/vList5"/>
    <dgm:cxn modelId="{2768ADA7-1AA8-4E16-8043-9A8654D42E31}" srcId="{D0CC144D-1D19-4989-9B94-5D635738FBEE}" destId="{EBD89EF5-72D8-46B5-8ADB-6E354E32D25E}" srcOrd="0" destOrd="0" parTransId="{EE586EC4-A200-4F72-855F-7E7F629EE667}" sibTransId="{2B1D2E08-8E52-4830-B673-53B5DEF6CEC7}"/>
    <dgm:cxn modelId="{EA77DFAE-7D08-4E2C-98BD-3F2CC01E1E7A}" type="presOf" srcId="{6CAE8579-C5B9-486F-B30A-4C5169AD88B5}" destId="{63B7C6CF-F127-4F33-8252-63AA73000483}" srcOrd="0" destOrd="0" presId="urn:microsoft.com/office/officeart/2005/8/layout/vList5"/>
    <dgm:cxn modelId="{C3027BBD-2A8A-40F9-AEB7-7A804A20D88F}" srcId="{6CAE8579-C5B9-486F-B30A-4C5169AD88B5}" destId="{7F4666F8-22AB-40FF-935D-83E419284908}" srcOrd="2" destOrd="0" parTransId="{9C50C19A-3C6A-4D27-9E4F-D2C003184D44}" sibTransId="{17FF6F14-B7DC-46E6-A008-80116F709679}"/>
    <dgm:cxn modelId="{6C40F7BF-11BF-425A-8294-4E1E47D9A871}" srcId="{D0CC144D-1D19-4989-9B94-5D635738FBEE}" destId="{16F8C890-C649-4781-8516-1F1C72DBC4F7}" srcOrd="1" destOrd="0" parTransId="{83E1A126-0515-4661-A3B0-CEE7E19252E7}" sibTransId="{A3E5A23C-33AF-41BC-80C8-BB18640CAC99}"/>
    <dgm:cxn modelId="{76C092C6-9E15-41E1-8314-15FE434DC2B4}" srcId="{6CAE8579-C5B9-486F-B30A-4C5169AD88B5}" destId="{CC6B90A1-ABDE-4FDA-A9A7-7DDB95745DA4}" srcOrd="0" destOrd="0" parTransId="{55F743F1-2ACC-4349-8E09-E906D38BAF91}" sibTransId="{96596590-FE71-4C40-8636-94A331600290}"/>
    <dgm:cxn modelId="{6ECB7BD4-C813-4951-8E0E-FDFC53FA461E}" type="presOf" srcId="{19636B21-89A4-4A02-939C-C08773F4B1FF}" destId="{BBF36BC3-E0C3-44A4-A6EC-435226CAC132}" srcOrd="0" destOrd="0" presId="urn:microsoft.com/office/officeart/2005/8/layout/vList5"/>
    <dgm:cxn modelId="{8B13FFDE-3FA8-498D-927B-69D567D7F4A0}" type="presOf" srcId="{7F4666F8-22AB-40FF-935D-83E419284908}" destId="{E02AE0D5-79C6-40CC-B307-462400589FEE}" srcOrd="0" destOrd="2" presId="urn:microsoft.com/office/officeart/2005/8/layout/vList5"/>
    <dgm:cxn modelId="{6AD1C923-5E51-4CBC-8103-AC56560F0557}" type="presParOf" srcId="{BBF36BC3-E0C3-44A4-A6EC-435226CAC132}" destId="{609B9434-4CAA-4974-8749-42EF0BED3150}" srcOrd="0" destOrd="0" presId="urn:microsoft.com/office/officeart/2005/8/layout/vList5"/>
    <dgm:cxn modelId="{68DEA34C-0FFF-4CCB-A70C-6C3F273C8C45}" type="presParOf" srcId="{609B9434-4CAA-4974-8749-42EF0BED3150}" destId="{35E92731-C1AC-4C02-B315-F1655F945199}" srcOrd="0" destOrd="0" presId="urn:microsoft.com/office/officeart/2005/8/layout/vList5"/>
    <dgm:cxn modelId="{DB51A183-803A-4952-B8A7-B50BBCF4AA47}" type="presParOf" srcId="{609B9434-4CAA-4974-8749-42EF0BED3150}" destId="{E6D5E30A-81B4-455F-BD5F-4A8C0583BC6F}" srcOrd="1" destOrd="0" presId="urn:microsoft.com/office/officeart/2005/8/layout/vList5"/>
    <dgm:cxn modelId="{B525B01F-BFDB-40B8-9AC1-02BBDC0D089A}" type="presParOf" srcId="{BBF36BC3-E0C3-44A4-A6EC-435226CAC132}" destId="{36C7EDF8-0CC3-425B-8A61-087394D2C83C}" srcOrd="1" destOrd="0" presId="urn:microsoft.com/office/officeart/2005/8/layout/vList5"/>
    <dgm:cxn modelId="{9902CBE9-92E6-4748-9ECC-67A70A5BF22F}" type="presParOf" srcId="{BBF36BC3-E0C3-44A4-A6EC-435226CAC132}" destId="{80FEDF3A-F7B0-4C49-9384-D8F97447CEFF}" srcOrd="2" destOrd="0" presId="urn:microsoft.com/office/officeart/2005/8/layout/vList5"/>
    <dgm:cxn modelId="{8BCE4495-AC79-461C-912F-D78A73E593BD}" type="presParOf" srcId="{80FEDF3A-F7B0-4C49-9384-D8F97447CEFF}" destId="{63B7C6CF-F127-4F33-8252-63AA73000483}" srcOrd="0" destOrd="0" presId="urn:microsoft.com/office/officeart/2005/8/layout/vList5"/>
    <dgm:cxn modelId="{BF3EA181-EE2B-4228-881C-9C263313A395}" type="presParOf" srcId="{80FEDF3A-F7B0-4C49-9384-D8F97447CEFF}" destId="{E02AE0D5-79C6-40CC-B307-462400589FE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C261C27-C286-4FC4-959F-472D9AF269C1}"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CCF5CE51-C1C6-48F4-A7E9-7DC5F05042E7}">
      <dgm:prSet/>
      <dgm:spPr/>
      <dgm:t>
        <a:bodyPr/>
        <a:lstStyle/>
        <a:p>
          <a:pPr>
            <a:lnSpc>
              <a:spcPct val="100000"/>
            </a:lnSpc>
          </a:pPr>
          <a:r>
            <a:rPr lang="en-US" dirty="0"/>
            <a:t>Document ingestion
(Scanning and secure uploads of physical records)</a:t>
          </a:r>
        </a:p>
      </dgm:t>
    </dgm:pt>
    <dgm:pt modelId="{3CD8098B-EA42-4F41-B600-D115C7654688}" type="parTrans" cxnId="{9EFD64B2-CCF4-43CB-82E0-BA719215D38F}">
      <dgm:prSet/>
      <dgm:spPr/>
      <dgm:t>
        <a:bodyPr/>
        <a:lstStyle/>
        <a:p>
          <a:endParaRPr lang="en-US"/>
        </a:p>
      </dgm:t>
    </dgm:pt>
    <dgm:pt modelId="{2DB7EDA9-DC3B-4804-A398-C782DCA71F67}" type="sibTrans" cxnId="{9EFD64B2-CCF4-43CB-82E0-BA719215D38F}">
      <dgm:prSet/>
      <dgm:spPr/>
      <dgm:t>
        <a:bodyPr/>
        <a:lstStyle/>
        <a:p>
          <a:endParaRPr lang="en-US"/>
        </a:p>
      </dgm:t>
    </dgm:pt>
    <dgm:pt modelId="{779D1CDC-6484-4052-8428-5A468D5E827D}">
      <dgm:prSet/>
      <dgm:spPr/>
      <dgm:t>
        <a:bodyPr/>
        <a:lstStyle/>
        <a:p>
          <a:pPr>
            <a:lnSpc>
              <a:spcPct val="100000"/>
            </a:lnSpc>
          </a:pPr>
          <a:r>
            <a:rPr lang="en-US" dirty="0"/>
            <a:t>Image preprocessing
(Noise removal, skew correction, contrast enhancement)</a:t>
          </a:r>
        </a:p>
      </dgm:t>
    </dgm:pt>
    <dgm:pt modelId="{AAD4A234-E512-48C2-965C-3E4A17CDAECA}" type="parTrans" cxnId="{D95B65C0-F587-4FBA-89E9-2A735C709EAE}">
      <dgm:prSet/>
      <dgm:spPr/>
      <dgm:t>
        <a:bodyPr/>
        <a:lstStyle/>
        <a:p>
          <a:endParaRPr lang="en-US"/>
        </a:p>
      </dgm:t>
    </dgm:pt>
    <dgm:pt modelId="{AB09E822-0C25-4102-8A94-2F5823902E2D}" type="sibTrans" cxnId="{D95B65C0-F587-4FBA-89E9-2A735C709EAE}">
      <dgm:prSet/>
      <dgm:spPr/>
      <dgm:t>
        <a:bodyPr/>
        <a:lstStyle/>
        <a:p>
          <a:endParaRPr lang="en-US"/>
        </a:p>
      </dgm:t>
    </dgm:pt>
    <dgm:pt modelId="{27C5DD65-B977-438C-B592-84EE3671DD55}">
      <dgm:prSet/>
      <dgm:spPr/>
      <dgm:t>
        <a:bodyPr/>
        <a:lstStyle/>
        <a:p>
          <a:pPr>
            <a:lnSpc>
              <a:spcPct val="100000"/>
            </a:lnSpc>
          </a:pPr>
          <a:r>
            <a:rPr lang="en-US" dirty="0"/>
            <a:t>Document classification
(Identifying document type and structure)</a:t>
          </a:r>
        </a:p>
      </dgm:t>
    </dgm:pt>
    <dgm:pt modelId="{780A6354-C0A2-4292-B5AD-CA85E3C4B4C7}" type="parTrans" cxnId="{574AF2B1-8218-4091-A477-C1CCE2B2F856}">
      <dgm:prSet/>
      <dgm:spPr/>
      <dgm:t>
        <a:bodyPr/>
        <a:lstStyle/>
        <a:p>
          <a:endParaRPr lang="en-US"/>
        </a:p>
      </dgm:t>
    </dgm:pt>
    <dgm:pt modelId="{C5CF10FE-2D3E-4965-8307-D2659951B5C7}" type="sibTrans" cxnId="{574AF2B1-8218-4091-A477-C1CCE2B2F856}">
      <dgm:prSet/>
      <dgm:spPr/>
      <dgm:t>
        <a:bodyPr/>
        <a:lstStyle/>
        <a:p>
          <a:endParaRPr lang="en-US"/>
        </a:p>
      </dgm:t>
    </dgm:pt>
    <dgm:pt modelId="{63A7E5A8-B100-49C7-B369-4AD336BD850C}">
      <dgm:prSet/>
      <dgm:spPr/>
      <dgm:t>
        <a:bodyPr/>
        <a:lstStyle/>
        <a:p>
          <a:pPr>
            <a:lnSpc>
              <a:spcPct val="100000"/>
            </a:lnSpc>
          </a:pPr>
          <a:r>
            <a:rPr lang="en-US" dirty="0"/>
            <a:t>OCR text extraction
(Converting images into raw text)</a:t>
          </a:r>
        </a:p>
      </dgm:t>
    </dgm:pt>
    <dgm:pt modelId="{7B0120F5-249B-44A8-A451-A4F443470D06}" type="parTrans" cxnId="{50655F3E-0127-4868-B2E7-DFD955EBCD35}">
      <dgm:prSet/>
      <dgm:spPr/>
      <dgm:t>
        <a:bodyPr/>
        <a:lstStyle/>
        <a:p>
          <a:endParaRPr lang="en-US"/>
        </a:p>
      </dgm:t>
    </dgm:pt>
    <dgm:pt modelId="{0B53E56A-AD01-42AA-8E2F-17E46A8BA60A}" type="sibTrans" cxnId="{50655F3E-0127-4868-B2E7-DFD955EBCD35}">
      <dgm:prSet/>
      <dgm:spPr/>
      <dgm:t>
        <a:bodyPr/>
        <a:lstStyle/>
        <a:p>
          <a:endParaRPr lang="en-US"/>
        </a:p>
      </dgm:t>
    </dgm:pt>
    <dgm:pt modelId="{F55DFBA8-BE1C-4973-A8AF-1AAA820B1B74}" type="pres">
      <dgm:prSet presAssocID="{AC261C27-C286-4FC4-959F-472D9AF269C1}" presName="root" presStyleCnt="0">
        <dgm:presLayoutVars>
          <dgm:dir/>
          <dgm:resizeHandles val="exact"/>
        </dgm:presLayoutVars>
      </dgm:prSet>
      <dgm:spPr/>
    </dgm:pt>
    <dgm:pt modelId="{0EF14FF2-AD52-40C4-B486-C0DF954BEC20}" type="pres">
      <dgm:prSet presAssocID="{CCF5CE51-C1C6-48F4-A7E9-7DC5F05042E7}" presName="compNode" presStyleCnt="0"/>
      <dgm:spPr/>
    </dgm:pt>
    <dgm:pt modelId="{B6FE0F81-E581-492E-B4D4-EBC8DEF595B3}" type="pres">
      <dgm:prSet presAssocID="{CCF5CE51-C1C6-48F4-A7E9-7DC5F05042E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C13B623F-520D-4843-833A-5BB2EBC846D4}" type="pres">
      <dgm:prSet presAssocID="{CCF5CE51-C1C6-48F4-A7E9-7DC5F05042E7}" presName="spaceRect" presStyleCnt="0"/>
      <dgm:spPr/>
    </dgm:pt>
    <dgm:pt modelId="{B99C06CA-9A60-4CA1-A3CE-021C7379539A}" type="pres">
      <dgm:prSet presAssocID="{CCF5CE51-C1C6-48F4-A7E9-7DC5F05042E7}" presName="textRect" presStyleLbl="revTx" presStyleIdx="0" presStyleCnt="4">
        <dgm:presLayoutVars>
          <dgm:chMax val="1"/>
          <dgm:chPref val="1"/>
        </dgm:presLayoutVars>
      </dgm:prSet>
      <dgm:spPr/>
    </dgm:pt>
    <dgm:pt modelId="{5E7F84CA-A4B0-452C-BDE7-01A58A206C50}" type="pres">
      <dgm:prSet presAssocID="{2DB7EDA9-DC3B-4804-A398-C782DCA71F67}" presName="sibTrans" presStyleCnt="0"/>
      <dgm:spPr/>
    </dgm:pt>
    <dgm:pt modelId="{885A27D5-268D-442E-AA04-1513A8A71587}" type="pres">
      <dgm:prSet presAssocID="{779D1CDC-6484-4052-8428-5A468D5E827D}" presName="compNode" presStyleCnt="0"/>
      <dgm:spPr/>
    </dgm:pt>
    <dgm:pt modelId="{E1A7956C-2C3E-4A40-92BD-99CBD5C17E52}" type="pres">
      <dgm:prSet presAssocID="{779D1CDC-6484-4052-8428-5A468D5E827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mera"/>
        </a:ext>
      </dgm:extLst>
    </dgm:pt>
    <dgm:pt modelId="{2D0CCD5B-08AE-419E-B77E-14DE73D501A1}" type="pres">
      <dgm:prSet presAssocID="{779D1CDC-6484-4052-8428-5A468D5E827D}" presName="spaceRect" presStyleCnt="0"/>
      <dgm:spPr/>
    </dgm:pt>
    <dgm:pt modelId="{7E89C32C-609E-403E-8C93-FC2E75AA5CC5}" type="pres">
      <dgm:prSet presAssocID="{779D1CDC-6484-4052-8428-5A468D5E827D}" presName="textRect" presStyleLbl="revTx" presStyleIdx="1" presStyleCnt="4">
        <dgm:presLayoutVars>
          <dgm:chMax val="1"/>
          <dgm:chPref val="1"/>
        </dgm:presLayoutVars>
      </dgm:prSet>
      <dgm:spPr/>
    </dgm:pt>
    <dgm:pt modelId="{5AA797EA-3873-4CC6-855B-7EA6D39D6A6F}" type="pres">
      <dgm:prSet presAssocID="{AB09E822-0C25-4102-8A94-2F5823902E2D}" presName="sibTrans" presStyleCnt="0"/>
      <dgm:spPr/>
    </dgm:pt>
    <dgm:pt modelId="{9AE8CFD5-2442-4496-B7C4-3940421FC442}" type="pres">
      <dgm:prSet presAssocID="{27C5DD65-B977-438C-B592-84EE3671DD55}" presName="compNode" presStyleCnt="0"/>
      <dgm:spPr/>
    </dgm:pt>
    <dgm:pt modelId="{8919FAD4-C8E6-4AC9-84D1-9C070FB74381}" type="pres">
      <dgm:prSet presAssocID="{27C5DD65-B977-438C-B592-84EE3671DD5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Folder"/>
        </a:ext>
      </dgm:extLst>
    </dgm:pt>
    <dgm:pt modelId="{F9EC53E8-EB4D-4C5C-8FFC-4A68ED628260}" type="pres">
      <dgm:prSet presAssocID="{27C5DD65-B977-438C-B592-84EE3671DD55}" presName="spaceRect" presStyleCnt="0"/>
      <dgm:spPr/>
    </dgm:pt>
    <dgm:pt modelId="{6431FCBD-03B8-4040-B41A-76C0A29BD795}" type="pres">
      <dgm:prSet presAssocID="{27C5DD65-B977-438C-B592-84EE3671DD55}" presName="textRect" presStyleLbl="revTx" presStyleIdx="2" presStyleCnt="4">
        <dgm:presLayoutVars>
          <dgm:chMax val="1"/>
          <dgm:chPref val="1"/>
        </dgm:presLayoutVars>
      </dgm:prSet>
      <dgm:spPr/>
    </dgm:pt>
    <dgm:pt modelId="{60C581DD-3C9B-490F-805E-A10174786ECB}" type="pres">
      <dgm:prSet presAssocID="{C5CF10FE-2D3E-4965-8307-D2659951B5C7}" presName="sibTrans" presStyleCnt="0"/>
      <dgm:spPr/>
    </dgm:pt>
    <dgm:pt modelId="{F18078FF-613A-44AA-B9AA-4E1033C993FF}" type="pres">
      <dgm:prSet presAssocID="{63A7E5A8-B100-49C7-B369-4AD336BD850C}" presName="compNode" presStyleCnt="0"/>
      <dgm:spPr/>
    </dgm:pt>
    <dgm:pt modelId="{E8025BEC-6AFD-4BC3-AF1C-0678DCC709D1}" type="pres">
      <dgm:prSet presAssocID="{63A7E5A8-B100-49C7-B369-4AD336BD850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72C8D755-056C-4AF8-BF2A-27CE5B2894CF}" type="pres">
      <dgm:prSet presAssocID="{63A7E5A8-B100-49C7-B369-4AD336BD850C}" presName="spaceRect" presStyleCnt="0"/>
      <dgm:spPr/>
    </dgm:pt>
    <dgm:pt modelId="{C7262272-043C-4E8B-810C-6BF68C71B61D}" type="pres">
      <dgm:prSet presAssocID="{63A7E5A8-B100-49C7-B369-4AD336BD850C}" presName="textRect" presStyleLbl="revTx" presStyleIdx="3" presStyleCnt="4">
        <dgm:presLayoutVars>
          <dgm:chMax val="1"/>
          <dgm:chPref val="1"/>
        </dgm:presLayoutVars>
      </dgm:prSet>
      <dgm:spPr/>
    </dgm:pt>
  </dgm:ptLst>
  <dgm:cxnLst>
    <dgm:cxn modelId="{CEDFD60A-606A-4BA7-B596-B7905B10B8D8}" type="presOf" srcId="{CCF5CE51-C1C6-48F4-A7E9-7DC5F05042E7}" destId="{B99C06CA-9A60-4CA1-A3CE-021C7379539A}" srcOrd="0" destOrd="0" presId="urn:microsoft.com/office/officeart/2018/2/layout/IconLabelList"/>
    <dgm:cxn modelId="{D955330F-A34E-421C-9960-9FDF2D5CE1D3}" type="presOf" srcId="{AC261C27-C286-4FC4-959F-472D9AF269C1}" destId="{F55DFBA8-BE1C-4973-A8AF-1AAA820B1B74}" srcOrd="0" destOrd="0" presId="urn:microsoft.com/office/officeart/2018/2/layout/IconLabelList"/>
    <dgm:cxn modelId="{50655F3E-0127-4868-B2E7-DFD955EBCD35}" srcId="{AC261C27-C286-4FC4-959F-472D9AF269C1}" destId="{63A7E5A8-B100-49C7-B369-4AD336BD850C}" srcOrd="3" destOrd="0" parTransId="{7B0120F5-249B-44A8-A451-A4F443470D06}" sibTransId="{0B53E56A-AD01-42AA-8E2F-17E46A8BA60A}"/>
    <dgm:cxn modelId="{0FCF6953-9527-4C73-98ED-3F6B7526D917}" type="presOf" srcId="{63A7E5A8-B100-49C7-B369-4AD336BD850C}" destId="{C7262272-043C-4E8B-810C-6BF68C71B61D}" srcOrd="0" destOrd="0" presId="urn:microsoft.com/office/officeart/2018/2/layout/IconLabelList"/>
    <dgm:cxn modelId="{BE32F37C-70B7-4FCD-99F3-81AE96904517}" type="presOf" srcId="{27C5DD65-B977-438C-B592-84EE3671DD55}" destId="{6431FCBD-03B8-4040-B41A-76C0A29BD795}" srcOrd="0" destOrd="0" presId="urn:microsoft.com/office/officeart/2018/2/layout/IconLabelList"/>
    <dgm:cxn modelId="{BDE67689-3B5A-4FB3-B54B-87804D395883}" type="presOf" srcId="{779D1CDC-6484-4052-8428-5A468D5E827D}" destId="{7E89C32C-609E-403E-8C93-FC2E75AA5CC5}" srcOrd="0" destOrd="0" presId="urn:microsoft.com/office/officeart/2018/2/layout/IconLabelList"/>
    <dgm:cxn modelId="{574AF2B1-8218-4091-A477-C1CCE2B2F856}" srcId="{AC261C27-C286-4FC4-959F-472D9AF269C1}" destId="{27C5DD65-B977-438C-B592-84EE3671DD55}" srcOrd="2" destOrd="0" parTransId="{780A6354-C0A2-4292-B5AD-CA85E3C4B4C7}" sibTransId="{C5CF10FE-2D3E-4965-8307-D2659951B5C7}"/>
    <dgm:cxn modelId="{9EFD64B2-CCF4-43CB-82E0-BA719215D38F}" srcId="{AC261C27-C286-4FC4-959F-472D9AF269C1}" destId="{CCF5CE51-C1C6-48F4-A7E9-7DC5F05042E7}" srcOrd="0" destOrd="0" parTransId="{3CD8098B-EA42-4F41-B600-D115C7654688}" sibTransId="{2DB7EDA9-DC3B-4804-A398-C782DCA71F67}"/>
    <dgm:cxn modelId="{D95B65C0-F587-4FBA-89E9-2A735C709EAE}" srcId="{AC261C27-C286-4FC4-959F-472D9AF269C1}" destId="{779D1CDC-6484-4052-8428-5A468D5E827D}" srcOrd="1" destOrd="0" parTransId="{AAD4A234-E512-48C2-965C-3E4A17CDAECA}" sibTransId="{AB09E822-0C25-4102-8A94-2F5823902E2D}"/>
    <dgm:cxn modelId="{1B5C04DD-E9A6-4584-A8E4-32D1790B409B}" type="presParOf" srcId="{F55DFBA8-BE1C-4973-A8AF-1AAA820B1B74}" destId="{0EF14FF2-AD52-40C4-B486-C0DF954BEC20}" srcOrd="0" destOrd="0" presId="urn:microsoft.com/office/officeart/2018/2/layout/IconLabelList"/>
    <dgm:cxn modelId="{1D751574-609E-4900-8260-DA4691EAA203}" type="presParOf" srcId="{0EF14FF2-AD52-40C4-B486-C0DF954BEC20}" destId="{B6FE0F81-E581-492E-B4D4-EBC8DEF595B3}" srcOrd="0" destOrd="0" presId="urn:microsoft.com/office/officeart/2018/2/layout/IconLabelList"/>
    <dgm:cxn modelId="{87BC8962-4212-411B-94A5-26C4B04439FF}" type="presParOf" srcId="{0EF14FF2-AD52-40C4-B486-C0DF954BEC20}" destId="{C13B623F-520D-4843-833A-5BB2EBC846D4}" srcOrd="1" destOrd="0" presId="urn:microsoft.com/office/officeart/2018/2/layout/IconLabelList"/>
    <dgm:cxn modelId="{C40B91FB-90BE-4450-A137-D06B60403A86}" type="presParOf" srcId="{0EF14FF2-AD52-40C4-B486-C0DF954BEC20}" destId="{B99C06CA-9A60-4CA1-A3CE-021C7379539A}" srcOrd="2" destOrd="0" presId="urn:microsoft.com/office/officeart/2018/2/layout/IconLabelList"/>
    <dgm:cxn modelId="{B9C592B6-A643-4877-ADB2-03CDF026C863}" type="presParOf" srcId="{F55DFBA8-BE1C-4973-A8AF-1AAA820B1B74}" destId="{5E7F84CA-A4B0-452C-BDE7-01A58A206C50}" srcOrd="1" destOrd="0" presId="urn:microsoft.com/office/officeart/2018/2/layout/IconLabelList"/>
    <dgm:cxn modelId="{6132F8D0-7FB5-4ECC-8647-63DFA7B20C5F}" type="presParOf" srcId="{F55DFBA8-BE1C-4973-A8AF-1AAA820B1B74}" destId="{885A27D5-268D-442E-AA04-1513A8A71587}" srcOrd="2" destOrd="0" presId="urn:microsoft.com/office/officeart/2018/2/layout/IconLabelList"/>
    <dgm:cxn modelId="{36310D3D-ADBA-40D0-9F04-081451821621}" type="presParOf" srcId="{885A27D5-268D-442E-AA04-1513A8A71587}" destId="{E1A7956C-2C3E-4A40-92BD-99CBD5C17E52}" srcOrd="0" destOrd="0" presId="urn:microsoft.com/office/officeart/2018/2/layout/IconLabelList"/>
    <dgm:cxn modelId="{8FB06C0F-22F1-4D5B-A4CE-88C130037731}" type="presParOf" srcId="{885A27D5-268D-442E-AA04-1513A8A71587}" destId="{2D0CCD5B-08AE-419E-B77E-14DE73D501A1}" srcOrd="1" destOrd="0" presId="urn:microsoft.com/office/officeart/2018/2/layout/IconLabelList"/>
    <dgm:cxn modelId="{F57127E2-92EC-4FD9-939D-3F285D9BAA06}" type="presParOf" srcId="{885A27D5-268D-442E-AA04-1513A8A71587}" destId="{7E89C32C-609E-403E-8C93-FC2E75AA5CC5}" srcOrd="2" destOrd="0" presId="urn:microsoft.com/office/officeart/2018/2/layout/IconLabelList"/>
    <dgm:cxn modelId="{AC585D2B-E6C0-4CAB-88CD-8557D33DDE15}" type="presParOf" srcId="{F55DFBA8-BE1C-4973-A8AF-1AAA820B1B74}" destId="{5AA797EA-3873-4CC6-855B-7EA6D39D6A6F}" srcOrd="3" destOrd="0" presId="urn:microsoft.com/office/officeart/2018/2/layout/IconLabelList"/>
    <dgm:cxn modelId="{A42E1772-4499-47FC-A592-FE9E262AE6C5}" type="presParOf" srcId="{F55DFBA8-BE1C-4973-A8AF-1AAA820B1B74}" destId="{9AE8CFD5-2442-4496-B7C4-3940421FC442}" srcOrd="4" destOrd="0" presId="urn:microsoft.com/office/officeart/2018/2/layout/IconLabelList"/>
    <dgm:cxn modelId="{783522E9-D3C9-4980-8590-F4414CC74622}" type="presParOf" srcId="{9AE8CFD5-2442-4496-B7C4-3940421FC442}" destId="{8919FAD4-C8E6-4AC9-84D1-9C070FB74381}" srcOrd="0" destOrd="0" presId="urn:microsoft.com/office/officeart/2018/2/layout/IconLabelList"/>
    <dgm:cxn modelId="{A6BB4E4C-5F43-4A83-B670-EB916D303485}" type="presParOf" srcId="{9AE8CFD5-2442-4496-B7C4-3940421FC442}" destId="{F9EC53E8-EB4D-4C5C-8FFC-4A68ED628260}" srcOrd="1" destOrd="0" presId="urn:microsoft.com/office/officeart/2018/2/layout/IconLabelList"/>
    <dgm:cxn modelId="{28DD9686-B712-40B1-B433-E9C31F920B00}" type="presParOf" srcId="{9AE8CFD5-2442-4496-B7C4-3940421FC442}" destId="{6431FCBD-03B8-4040-B41A-76C0A29BD795}" srcOrd="2" destOrd="0" presId="urn:microsoft.com/office/officeart/2018/2/layout/IconLabelList"/>
    <dgm:cxn modelId="{B99458C2-FBC0-46DA-BB0B-B0638685286A}" type="presParOf" srcId="{F55DFBA8-BE1C-4973-A8AF-1AAA820B1B74}" destId="{60C581DD-3C9B-490F-805E-A10174786ECB}" srcOrd="5" destOrd="0" presId="urn:microsoft.com/office/officeart/2018/2/layout/IconLabelList"/>
    <dgm:cxn modelId="{42B988A4-7F86-43AD-8922-104E46BAFF7E}" type="presParOf" srcId="{F55DFBA8-BE1C-4973-A8AF-1AAA820B1B74}" destId="{F18078FF-613A-44AA-B9AA-4E1033C993FF}" srcOrd="6" destOrd="0" presId="urn:microsoft.com/office/officeart/2018/2/layout/IconLabelList"/>
    <dgm:cxn modelId="{6C222CF7-24D0-4841-8C22-7EA75424E59A}" type="presParOf" srcId="{F18078FF-613A-44AA-B9AA-4E1033C993FF}" destId="{E8025BEC-6AFD-4BC3-AF1C-0678DCC709D1}" srcOrd="0" destOrd="0" presId="urn:microsoft.com/office/officeart/2018/2/layout/IconLabelList"/>
    <dgm:cxn modelId="{1BBC7D7D-EF30-4C3F-92A4-118C9130F030}" type="presParOf" srcId="{F18078FF-613A-44AA-B9AA-4E1033C993FF}" destId="{72C8D755-056C-4AF8-BF2A-27CE5B2894CF}" srcOrd="1" destOrd="0" presId="urn:microsoft.com/office/officeart/2018/2/layout/IconLabelList"/>
    <dgm:cxn modelId="{C50F7340-18D4-4D70-97C4-92879056D31D}" type="presParOf" srcId="{F18078FF-613A-44AA-B9AA-4E1033C993FF}" destId="{C7262272-043C-4E8B-810C-6BF68C71B61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770C891-465B-42E7-9A82-32C92B8F08F0}"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45A1ECBC-EBA2-4B8E-94F4-B32A03FF1D90}">
      <dgm:prSet/>
      <dgm:spPr/>
      <dgm:t>
        <a:bodyPr/>
        <a:lstStyle/>
        <a:p>
          <a:r>
            <a:rPr lang="en-US" dirty="0"/>
            <a:t>OCR error correction using NLP
(Reduce transcription errors and ambiguity)</a:t>
          </a:r>
        </a:p>
      </dgm:t>
    </dgm:pt>
    <dgm:pt modelId="{73A50879-3B83-4131-847F-3A49F55C327F}" type="parTrans" cxnId="{E583ACDB-A5E9-43A5-8EEE-8B40D42BA05A}">
      <dgm:prSet/>
      <dgm:spPr/>
      <dgm:t>
        <a:bodyPr/>
        <a:lstStyle/>
        <a:p>
          <a:endParaRPr lang="en-US"/>
        </a:p>
      </dgm:t>
    </dgm:pt>
    <dgm:pt modelId="{0ED1D4F7-275A-4F4E-9D99-F7084F2E65E9}" type="sibTrans" cxnId="{E583ACDB-A5E9-43A5-8EEE-8B40D42BA05A}">
      <dgm:prSet/>
      <dgm:spPr/>
      <dgm:t>
        <a:bodyPr/>
        <a:lstStyle/>
        <a:p>
          <a:endParaRPr lang="en-US"/>
        </a:p>
      </dgm:t>
    </dgm:pt>
    <dgm:pt modelId="{E5E1EF5E-D261-4BD1-BB0E-E71AF18BB66C}">
      <dgm:prSet/>
      <dgm:spPr/>
      <dgm:t>
        <a:bodyPr/>
        <a:lstStyle/>
        <a:p>
          <a:r>
            <a:rPr lang="en-US" dirty="0"/>
            <a:t>Entity normalization
(Ensure consistency across names, dates, and codes)</a:t>
          </a:r>
        </a:p>
      </dgm:t>
    </dgm:pt>
    <dgm:pt modelId="{E598921C-8792-44D2-92BE-47C132D73C41}" type="parTrans" cxnId="{C9CB5747-9068-4C39-BE2C-0FFD6C5E9E1B}">
      <dgm:prSet/>
      <dgm:spPr/>
      <dgm:t>
        <a:bodyPr/>
        <a:lstStyle/>
        <a:p>
          <a:endParaRPr lang="en-US"/>
        </a:p>
      </dgm:t>
    </dgm:pt>
    <dgm:pt modelId="{35C137B2-EA7B-44F9-8E37-67C8E293F6E7}" type="sibTrans" cxnId="{C9CB5747-9068-4C39-BE2C-0FFD6C5E9E1B}">
      <dgm:prSet/>
      <dgm:spPr/>
      <dgm:t>
        <a:bodyPr/>
        <a:lstStyle/>
        <a:p>
          <a:endParaRPr lang="en-US"/>
        </a:p>
      </dgm:t>
    </dgm:pt>
    <dgm:pt modelId="{1B8ED753-1047-46A6-8152-04F3DDD18F56}">
      <dgm:prSet/>
      <dgm:spPr/>
      <dgm:t>
        <a:bodyPr/>
        <a:lstStyle/>
        <a:p>
          <a:r>
            <a:rPr lang="en-US" dirty="0"/>
            <a:t>Human-in-the-loop review
(Accountability for high-risk data)</a:t>
          </a:r>
        </a:p>
      </dgm:t>
    </dgm:pt>
    <dgm:pt modelId="{26D18885-AA78-49C2-82EC-26B9A279EF8A}" type="parTrans" cxnId="{913C4F11-B2DE-4B06-8E6B-9896CCCC57B2}">
      <dgm:prSet/>
      <dgm:spPr/>
      <dgm:t>
        <a:bodyPr/>
        <a:lstStyle/>
        <a:p>
          <a:endParaRPr lang="en-US"/>
        </a:p>
      </dgm:t>
    </dgm:pt>
    <dgm:pt modelId="{54CAC85C-5F39-4D14-8D77-A92D7DFE4AE4}" type="sibTrans" cxnId="{913C4F11-B2DE-4B06-8E6B-9896CCCC57B2}">
      <dgm:prSet/>
      <dgm:spPr/>
      <dgm:t>
        <a:bodyPr/>
        <a:lstStyle/>
        <a:p>
          <a:endParaRPr lang="en-US"/>
        </a:p>
      </dgm:t>
    </dgm:pt>
    <dgm:pt modelId="{0BA850C3-146C-4A74-B496-FCFCCFDA512F}">
      <dgm:prSet/>
      <dgm:spPr/>
      <dgm:t>
        <a:bodyPr/>
        <a:lstStyle/>
        <a:p>
          <a:r>
            <a:rPr lang="en-US" dirty="0"/>
            <a:t>Privacy and compliance checks
(Protect patient data and organizational trust)</a:t>
          </a:r>
        </a:p>
      </dgm:t>
    </dgm:pt>
    <dgm:pt modelId="{DC83CF16-AA2E-47D0-81E5-6BC6AC7C0A66}" type="parTrans" cxnId="{E07F045F-0EE2-4E3C-8B18-05EA8CD953F1}">
      <dgm:prSet/>
      <dgm:spPr/>
      <dgm:t>
        <a:bodyPr/>
        <a:lstStyle/>
        <a:p>
          <a:endParaRPr lang="en-US"/>
        </a:p>
      </dgm:t>
    </dgm:pt>
    <dgm:pt modelId="{322C6E45-D304-4D8C-A395-C704570B5C9B}" type="sibTrans" cxnId="{E07F045F-0EE2-4E3C-8B18-05EA8CD953F1}">
      <dgm:prSet/>
      <dgm:spPr/>
      <dgm:t>
        <a:bodyPr/>
        <a:lstStyle/>
        <a:p>
          <a:endParaRPr lang="en-US"/>
        </a:p>
      </dgm:t>
    </dgm:pt>
    <dgm:pt modelId="{B052F3DC-0FCB-49D2-AD55-99C825AF5F64}" type="pres">
      <dgm:prSet presAssocID="{C770C891-465B-42E7-9A82-32C92B8F08F0}" presName="diagram" presStyleCnt="0">
        <dgm:presLayoutVars>
          <dgm:dir/>
          <dgm:resizeHandles val="exact"/>
        </dgm:presLayoutVars>
      </dgm:prSet>
      <dgm:spPr/>
    </dgm:pt>
    <dgm:pt modelId="{AA28E6CF-7E2E-4AC2-8D34-EC9765295E4F}" type="pres">
      <dgm:prSet presAssocID="{45A1ECBC-EBA2-4B8E-94F4-B32A03FF1D90}" presName="node" presStyleLbl="node1" presStyleIdx="0" presStyleCnt="4">
        <dgm:presLayoutVars>
          <dgm:bulletEnabled val="1"/>
        </dgm:presLayoutVars>
      </dgm:prSet>
      <dgm:spPr/>
    </dgm:pt>
    <dgm:pt modelId="{ECA22DD5-40BE-4C7F-B74B-3D5A50C082F0}" type="pres">
      <dgm:prSet presAssocID="{0ED1D4F7-275A-4F4E-9D99-F7084F2E65E9}" presName="sibTrans" presStyleCnt="0"/>
      <dgm:spPr/>
    </dgm:pt>
    <dgm:pt modelId="{5A3B9838-D6AD-494E-BF28-852A2CFCD428}" type="pres">
      <dgm:prSet presAssocID="{E5E1EF5E-D261-4BD1-BB0E-E71AF18BB66C}" presName="node" presStyleLbl="node1" presStyleIdx="1" presStyleCnt="4">
        <dgm:presLayoutVars>
          <dgm:bulletEnabled val="1"/>
        </dgm:presLayoutVars>
      </dgm:prSet>
      <dgm:spPr/>
    </dgm:pt>
    <dgm:pt modelId="{1F448878-E216-4253-99D3-B7C1742DCF36}" type="pres">
      <dgm:prSet presAssocID="{35C137B2-EA7B-44F9-8E37-67C8E293F6E7}" presName="sibTrans" presStyleCnt="0"/>
      <dgm:spPr/>
    </dgm:pt>
    <dgm:pt modelId="{8FD72101-8EC9-4E50-AB4A-7E2CD846437B}" type="pres">
      <dgm:prSet presAssocID="{1B8ED753-1047-46A6-8152-04F3DDD18F56}" presName="node" presStyleLbl="node1" presStyleIdx="2" presStyleCnt="4">
        <dgm:presLayoutVars>
          <dgm:bulletEnabled val="1"/>
        </dgm:presLayoutVars>
      </dgm:prSet>
      <dgm:spPr/>
    </dgm:pt>
    <dgm:pt modelId="{74B3E31C-12F0-4AE7-B8FF-45AD92F03349}" type="pres">
      <dgm:prSet presAssocID="{54CAC85C-5F39-4D14-8D77-A92D7DFE4AE4}" presName="sibTrans" presStyleCnt="0"/>
      <dgm:spPr/>
    </dgm:pt>
    <dgm:pt modelId="{70B48F75-C4BE-4C52-B66A-C95FE9E939AD}" type="pres">
      <dgm:prSet presAssocID="{0BA850C3-146C-4A74-B496-FCFCCFDA512F}" presName="node" presStyleLbl="node1" presStyleIdx="3" presStyleCnt="4">
        <dgm:presLayoutVars>
          <dgm:bulletEnabled val="1"/>
        </dgm:presLayoutVars>
      </dgm:prSet>
      <dgm:spPr/>
    </dgm:pt>
  </dgm:ptLst>
  <dgm:cxnLst>
    <dgm:cxn modelId="{BEDB6607-7294-4B17-9F30-25686A80B113}" type="presOf" srcId="{C770C891-465B-42E7-9A82-32C92B8F08F0}" destId="{B052F3DC-0FCB-49D2-AD55-99C825AF5F64}" srcOrd="0" destOrd="0" presId="urn:microsoft.com/office/officeart/2005/8/layout/default"/>
    <dgm:cxn modelId="{36776211-E6B9-40B5-80A4-B6180CFC649B}" type="presOf" srcId="{0BA850C3-146C-4A74-B496-FCFCCFDA512F}" destId="{70B48F75-C4BE-4C52-B66A-C95FE9E939AD}" srcOrd="0" destOrd="0" presId="urn:microsoft.com/office/officeart/2005/8/layout/default"/>
    <dgm:cxn modelId="{913C4F11-B2DE-4B06-8E6B-9896CCCC57B2}" srcId="{C770C891-465B-42E7-9A82-32C92B8F08F0}" destId="{1B8ED753-1047-46A6-8152-04F3DDD18F56}" srcOrd="2" destOrd="0" parTransId="{26D18885-AA78-49C2-82EC-26B9A279EF8A}" sibTransId="{54CAC85C-5F39-4D14-8D77-A92D7DFE4AE4}"/>
    <dgm:cxn modelId="{7205E726-76DC-4649-B753-9EB1CC9F0491}" type="presOf" srcId="{45A1ECBC-EBA2-4B8E-94F4-B32A03FF1D90}" destId="{AA28E6CF-7E2E-4AC2-8D34-EC9765295E4F}" srcOrd="0" destOrd="0" presId="urn:microsoft.com/office/officeart/2005/8/layout/default"/>
    <dgm:cxn modelId="{8616C633-6586-474A-8683-E2D1AE7FC37A}" type="presOf" srcId="{E5E1EF5E-D261-4BD1-BB0E-E71AF18BB66C}" destId="{5A3B9838-D6AD-494E-BF28-852A2CFCD428}" srcOrd="0" destOrd="0" presId="urn:microsoft.com/office/officeart/2005/8/layout/default"/>
    <dgm:cxn modelId="{E07F045F-0EE2-4E3C-8B18-05EA8CD953F1}" srcId="{C770C891-465B-42E7-9A82-32C92B8F08F0}" destId="{0BA850C3-146C-4A74-B496-FCFCCFDA512F}" srcOrd="3" destOrd="0" parTransId="{DC83CF16-AA2E-47D0-81E5-6BC6AC7C0A66}" sibTransId="{322C6E45-D304-4D8C-A395-C704570B5C9B}"/>
    <dgm:cxn modelId="{C9CB5747-9068-4C39-BE2C-0FFD6C5E9E1B}" srcId="{C770C891-465B-42E7-9A82-32C92B8F08F0}" destId="{E5E1EF5E-D261-4BD1-BB0E-E71AF18BB66C}" srcOrd="1" destOrd="0" parTransId="{E598921C-8792-44D2-92BE-47C132D73C41}" sibTransId="{35C137B2-EA7B-44F9-8E37-67C8E293F6E7}"/>
    <dgm:cxn modelId="{9058D3BC-C02B-4C7D-AFAA-EA15CC41606D}" type="presOf" srcId="{1B8ED753-1047-46A6-8152-04F3DDD18F56}" destId="{8FD72101-8EC9-4E50-AB4A-7E2CD846437B}" srcOrd="0" destOrd="0" presId="urn:microsoft.com/office/officeart/2005/8/layout/default"/>
    <dgm:cxn modelId="{E583ACDB-A5E9-43A5-8EEE-8B40D42BA05A}" srcId="{C770C891-465B-42E7-9A82-32C92B8F08F0}" destId="{45A1ECBC-EBA2-4B8E-94F4-B32A03FF1D90}" srcOrd="0" destOrd="0" parTransId="{73A50879-3B83-4131-847F-3A49F55C327F}" sibTransId="{0ED1D4F7-275A-4F4E-9D99-F7084F2E65E9}"/>
    <dgm:cxn modelId="{056FB1BF-B14B-4792-852B-6CEE6F2DEB18}" type="presParOf" srcId="{B052F3DC-0FCB-49D2-AD55-99C825AF5F64}" destId="{AA28E6CF-7E2E-4AC2-8D34-EC9765295E4F}" srcOrd="0" destOrd="0" presId="urn:microsoft.com/office/officeart/2005/8/layout/default"/>
    <dgm:cxn modelId="{48C14661-0BFE-4350-BC85-0D242F09066D}" type="presParOf" srcId="{B052F3DC-0FCB-49D2-AD55-99C825AF5F64}" destId="{ECA22DD5-40BE-4C7F-B74B-3D5A50C082F0}" srcOrd="1" destOrd="0" presId="urn:microsoft.com/office/officeart/2005/8/layout/default"/>
    <dgm:cxn modelId="{429117F1-83BE-43FF-B865-4B872D50781B}" type="presParOf" srcId="{B052F3DC-0FCB-49D2-AD55-99C825AF5F64}" destId="{5A3B9838-D6AD-494E-BF28-852A2CFCD428}" srcOrd="2" destOrd="0" presId="urn:microsoft.com/office/officeart/2005/8/layout/default"/>
    <dgm:cxn modelId="{0EF818B9-8C87-4AED-9DC6-D60E217914E0}" type="presParOf" srcId="{B052F3DC-0FCB-49D2-AD55-99C825AF5F64}" destId="{1F448878-E216-4253-99D3-B7C1742DCF36}" srcOrd="3" destOrd="0" presId="urn:microsoft.com/office/officeart/2005/8/layout/default"/>
    <dgm:cxn modelId="{D418DDB2-762B-4CFC-98FF-59371B14AE64}" type="presParOf" srcId="{B052F3DC-0FCB-49D2-AD55-99C825AF5F64}" destId="{8FD72101-8EC9-4E50-AB4A-7E2CD846437B}" srcOrd="4" destOrd="0" presId="urn:microsoft.com/office/officeart/2005/8/layout/default"/>
    <dgm:cxn modelId="{62CF3F83-2830-47D1-AF4A-0FBCC22D7CB5}" type="presParOf" srcId="{B052F3DC-0FCB-49D2-AD55-99C825AF5F64}" destId="{74B3E31C-12F0-4AE7-B8FF-45AD92F03349}" srcOrd="5" destOrd="0" presId="urn:microsoft.com/office/officeart/2005/8/layout/default"/>
    <dgm:cxn modelId="{3CB7F024-BC6F-4765-B598-3D793F321D48}" type="presParOf" srcId="{B052F3DC-0FCB-49D2-AD55-99C825AF5F64}" destId="{70B48F75-C4BE-4C52-B66A-C95FE9E939AD}"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44ACB95-4359-42B7-95D9-EA05A92132AD}" type="doc">
      <dgm:prSet loTypeId="urn:microsoft.com/office/officeart/2018/5/layout/Centered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15D543BB-AA84-4031-961B-39BF5BC4F200}">
      <dgm:prSet/>
      <dgm:spPr/>
      <dgm:t>
        <a:bodyPr/>
        <a:lstStyle/>
        <a:p>
          <a:pPr>
            <a:lnSpc>
              <a:spcPct val="100000"/>
            </a:lnSpc>
            <a:defRPr b="1"/>
          </a:pPr>
          <a:r>
            <a:rPr lang="en-US" dirty="0"/>
            <a:t>Data acquisition</a:t>
          </a:r>
        </a:p>
      </dgm:t>
    </dgm:pt>
    <dgm:pt modelId="{0CAB53BC-214E-49AA-9E52-7B642192ECC3}" type="parTrans" cxnId="{5AE42A44-0BB8-4987-B6F5-B5F9EE3B5A04}">
      <dgm:prSet/>
      <dgm:spPr/>
      <dgm:t>
        <a:bodyPr/>
        <a:lstStyle/>
        <a:p>
          <a:endParaRPr lang="en-US"/>
        </a:p>
      </dgm:t>
    </dgm:pt>
    <dgm:pt modelId="{B69F8779-FCED-4DAE-9BCE-5E2A354B9276}" type="sibTrans" cxnId="{5AE42A44-0BB8-4987-B6F5-B5F9EE3B5A04}">
      <dgm:prSet/>
      <dgm:spPr/>
      <dgm:t>
        <a:bodyPr/>
        <a:lstStyle/>
        <a:p>
          <a:endParaRPr lang="en-US"/>
        </a:p>
      </dgm:t>
    </dgm:pt>
    <dgm:pt modelId="{6783B277-15ED-420C-90AD-CF0F9C7FFFFE}">
      <dgm:prSet/>
      <dgm:spPr/>
      <dgm:t>
        <a:bodyPr/>
        <a:lstStyle/>
        <a:p>
          <a:pPr>
            <a:lnSpc>
              <a:spcPct val="100000"/>
            </a:lnSpc>
          </a:pPr>
          <a:r>
            <a:rPr lang="en-US" dirty="0"/>
            <a:t>Secure document scanning
Controlled digital uploads</a:t>
          </a:r>
        </a:p>
      </dgm:t>
    </dgm:pt>
    <dgm:pt modelId="{6D05FDE7-2B88-4D02-A626-BF497F672BC6}" type="parTrans" cxnId="{CB020168-0368-4D34-BB24-6E2510F84DB4}">
      <dgm:prSet/>
      <dgm:spPr/>
      <dgm:t>
        <a:bodyPr/>
        <a:lstStyle/>
        <a:p>
          <a:endParaRPr lang="en-US"/>
        </a:p>
      </dgm:t>
    </dgm:pt>
    <dgm:pt modelId="{C05B31C2-5358-4B93-B912-101266187852}" type="sibTrans" cxnId="{CB020168-0368-4D34-BB24-6E2510F84DB4}">
      <dgm:prSet/>
      <dgm:spPr/>
      <dgm:t>
        <a:bodyPr/>
        <a:lstStyle/>
        <a:p>
          <a:endParaRPr lang="en-US"/>
        </a:p>
      </dgm:t>
    </dgm:pt>
    <dgm:pt modelId="{C21F273D-87C3-4797-9549-6CF808894253}">
      <dgm:prSet/>
      <dgm:spPr/>
      <dgm:t>
        <a:bodyPr/>
        <a:lstStyle/>
        <a:p>
          <a:pPr>
            <a:lnSpc>
              <a:spcPct val="100000"/>
            </a:lnSpc>
            <a:defRPr b="1"/>
          </a:pPr>
          <a:r>
            <a:rPr lang="en-US" dirty="0"/>
            <a:t>Data storage</a:t>
          </a:r>
        </a:p>
      </dgm:t>
    </dgm:pt>
    <dgm:pt modelId="{32B399D7-0BAE-4A1E-AB3A-736D56247F4D}" type="parTrans" cxnId="{AC051A61-48BC-4CDE-80D3-468CD5645617}">
      <dgm:prSet/>
      <dgm:spPr/>
      <dgm:t>
        <a:bodyPr/>
        <a:lstStyle/>
        <a:p>
          <a:endParaRPr lang="en-US"/>
        </a:p>
      </dgm:t>
    </dgm:pt>
    <dgm:pt modelId="{1D10B4CD-C4FE-4E90-B286-B67E5EFC1497}" type="sibTrans" cxnId="{AC051A61-48BC-4CDE-80D3-468CD5645617}">
      <dgm:prSet/>
      <dgm:spPr/>
      <dgm:t>
        <a:bodyPr/>
        <a:lstStyle/>
        <a:p>
          <a:endParaRPr lang="en-US"/>
        </a:p>
      </dgm:t>
    </dgm:pt>
    <dgm:pt modelId="{9C899AC1-CEC8-4ED3-A383-244A1D855307}">
      <dgm:prSet/>
      <dgm:spPr/>
      <dgm:t>
        <a:bodyPr/>
        <a:lstStyle/>
        <a:p>
          <a:pPr>
            <a:lnSpc>
              <a:spcPct val="100000"/>
            </a:lnSpc>
          </a:pPr>
          <a:r>
            <a:rPr lang="en-US" dirty="0"/>
            <a:t>Encrypted repositories
Role-based access controls</a:t>
          </a:r>
        </a:p>
      </dgm:t>
    </dgm:pt>
    <dgm:pt modelId="{628CC7C8-7E48-425D-A144-67C6D54FE7EE}" type="parTrans" cxnId="{FE47A11E-2ED3-45DC-B530-E8A4A09E819F}">
      <dgm:prSet/>
      <dgm:spPr/>
      <dgm:t>
        <a:bodyPr/>
        <a:lstStyle/>
        <a:p>
          <a:endParaRPr lang="en-US"/>
        </a:p>
      </dgm:t>
    </dgm:pt>
    <dgm:pt modelId="{9EEC89C0-E638-42CD-A144-5299768B875D}" type="sibTrans" cxnId="{FE47A11E-2ED3-45DC-B530-E8A4A09E819F}">
      <dgm:prSet/>
      <dgm:spPr/>
      <dgm:t>
        <a:bodyPr/>
        <a:lstStyle/>
        <a:p>
          <a:endParaRPr lang="en-US"/>
        </a:p>
      </dgm:t>
    </dgm:pt>
    <dgm:pt modelId="{72C3E591-57B0-4A66-9D80-4774F598A62C}">
      <dgm:prSet/>
      <dgm:spPr/>
      <dgm:t>
        <a:bodyPr/>
        <a:lstStyle/>
        <a:p>
          <a:pPr>
            <a:lnSpc>
              <a:spcPct val="100000"/>
            </a:lnSpc>
            <a:defRPr b="1"/>
          </a:pPr>
          <a:r>
            <a:rPr lang="en-US" dirty="0"/>
            <a:t>Data processing</a:t>
          </a:r>
        </a:p>
      </dgm:t>
    </dgm:pt>
    <dgm:pt modelId="{522D0CF7-CEB3-4648-A243-A5ED5CFE163A}" type="parTrans" cxnId="{51CAF6F7-F045-4E3A-B5C2-D58A44DF772C}">
      <dgm:prSet/>
      <dgm:spPr/>
      <dgm:t>
        <a:bodyPr/>
        <a:lstStyle/>
        <a:p>
          <a:endParaRPr lang="en-US"/>
        </a:p>
      </dgm:t>
    </dgm:pt>
    <dgm:pt modelId="{CACE32C2-7300-4454-81E3-DC8E02E27964}" type="sibTrans" cxnId="{51CAF6F7-F045-4E3A-B5C2-D58A44DF772C}">
      <dgm:prSet/>
      <dgm:spPr/>
      <dgm:t>
        <a:bodyPr/>
        <a:lstStyle/>
        <a:p>
          <a:endParaRPr lang="en-US"/>
        </a:p>
      </dgm:t>
    </dgm:pt>
    <dgm:pt modelId="{6DFA0696-041E-46EA-AA28-4FB402F2617E}">
      <dgm:prSet/>
      <dgm:spPr/>
      <dgm:t>
        <a:bodyPr/>
        <a:lstStyle/>
        <a:p>
          <a:pPr>
            <a:lnSpc>
              <a:spcPct val="100000"/>
            </a:lnSpc>
          </a:pPr>
          <a:r>
            <a:rPr lang="en-US" dirty="0"/>
            <a:t>OCR and NLP pipelines
Integration with analytics systems</a:t>
          </a:r>
        </a:p>
      </dgm:t>
    </dgm:pt>
    <dgm:pt modelId="{775384E2-D52D-4A89-AA32-8EF0EE72BF85}" type="parTrans" cxnId="{52061FB3-5802-482F-BD86-DB7F66B67583}">
      <dgm:prSet/>
      <dgm:spPr/>
      <dgm:t>
        <a:bodyPr/>
        <a:lstStyle/>
        <a:p>
          <a:endParaRPr lang="en-US"/>
        </a:p>
      </dgm:t>
    </dgm:pt>
    <dgm:pt modelId="{E2803779-1BC2-4088-9699-DAFC19173B77}" type="sibTrans" cxnId="{52061FB3-5802-482F-BD86-DB7F66B67583}">
      <dgm:prSet/>
      <dgm:spPr/>
      <dgm:t>
        <a:bodyPr/>
        <a:lstStyle/>
        <a:p>
          <a:endParaRPr lang="en-US"/>
        </a:p>
      </dgm:t>
    </dgm:pt>
    <dgm:pt modelId="{E7E917D6-88AB-43FE-BF06-3ACA261594F7}" type="pres">
      <dgm:prSet presAssocID="{444ACB95-4359-42B7-95D9-EA05A92132AD}" presName="root" presStyleCnt="0">
        <dgm:presLayoutVars>
          <dgm:dir/>
          <dgm:resizeHandles val="exact"/>
        </dgm:presLayoutVars>
      </dgm:prSet>
      <dgm:spPr/>
    </dgm:pt>
    <dgm:pt modelId="{3935AF41-E0C3-471B-AEE0-C31FFC4479E3}" type="pres">
      <dgm:prSet presAssocID="{15D543BB-AA84-4031-961B-39BF5BC4F200}" presName="compNode" presStyleCnt="0"/>
      <dgm:spPr/>
    </dgm:pt>
    <dgm:pt modelId="{8200EE3A-E15D-4E8B-AD46-95411E6DDEC0}" type="pres">
      <dgm:prSet presAssocID="{15D543BB-AA84-4031-961B-39BF5BC4F20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nner"/>
        </a:ext>
      </dgm:extLst>
    </dgm:pt>
    <dgm:pt modelId="{62D0B90B-97D0-4DB6-9ED4-035E0BE51A34}" type="pres">
      <dgm:prSet presAssocID="{15D543BB-AA84-4031-961B-39BF5BC4F200}" presName="iconSpace" presStyleCnt="0"/>
      <dgm:spPr/>
    </dgm:pt>
    <dgm:pt modelId="{33AE130E-398F-4B65-9B22-7EBBF9FA5A8C}" type="pres">
      <dgm:prSet presAssocID="{15D543BB-AA84-4031-961B-39BF5BC4F200}" presName="parTx" presStyleLbl="revTx" presStyleIdx="0" presStyleCnt="6">
        <dgm:presLayoutVars>
          <dgm:chMax val="0"/>
          <dgm:chPref val="0"/>
        </dgm:presLayoutVars>
      </dgm:prSet>
      <dgm:spPr/>
    </dgm:pt>
    <dgm:pt modelId="{61B2AF2C-0D35-4D7E-9912-25628D449743}" type="pres">
      <dgm:prSet presAssocID="{15D543BB-AA84-4031-961B-39BF5BC4F200}" presName="txSpace" presStyleCnt="0"/>
      <dgm:spPr/>
    </dgm:pt>
    <dgm:pt modelId="{C57A9164-B913-409A-8C92-C13B15374D72}" type="pres">
      <dgm:prSet presAssocID="{15D543BB-AA84-4031-961B-39BF5BC4F200}" presName="desTx" presStyleLbl="revTx" presStyleIdx="1" presStyleCnt="6">
        <dgm:presLayoutVars/>
      </dgm:prSet>
      <dgm:spPr/>
    </dgm:pt>
    <dgm:pt modelId="{5186135A-61CA-4DE4-B33B-F1D4DFB82A0B}" type="pres">
      <dgm:prSet presAssocID="{B69F8779-FCED-4DAE-9BCE-5E2A354B9276}" presName="sibTrans" presStyleCnt="0"/>
      <dgm:spPr/>
    </dgm:pt>
    <dgm:pt modelId="{DF8843DF-5C5E-4F02-9CD7-665B3D7170FD}" type="pres">
      <dgm:prSet presAssocID="{C21F273D-87C3-4797-9549-6CF808894253}" presName="compNode" presStyleCnt="0"/>
      <dgm:spPr/>
    </dgm:pt>
    <dgm:pt modelId="{70013C1F-5B43-4D00-B9D9-D47B928950F3}" type="pres">
      <dgm:prSet presAssocID="{C21F273D-87C3-4797-9549-6CF80889425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9FCFBD4A-66A4-4C60-A9FA-43BDAA2D94CD}" type="pres">
      <dgm:prSet presAssocID="{C21F273D-87C3-4797-9549-6CF808894253}" presName="iconSpace" presStyleCnt="0"/>
      <dgm:spPr/>
    </dgm:pt>
    <dgm:pt modelId="{E0B2F2B7-1F17-42AD-9A88-0498AA634924}" type="pres">
      <dgm:prSet presAssocID="{C21F273D-87C3-4797-9549-6CF808894253}" presName="parTx" presStyleLbl="revTx" presStyleIdx="2" presStyleCnt="6">
        <dgm:presLayoutVars>
          <dgm:chMax val="0"/>
          <dgm:chPref val="0"/>
        </dgm:presLayoutVars>
      </dgm:prSet>
      <dgm:spPr/>
    </dgm:pt>
    <dgm:pt modelId="{20C6D7BA-B7D9-4A06-92B5-1565E7D59EBD}" type="pres">
      <dgm:prSet presAssocID="{C21F273D-87C3-4797-9549-6CF808894253}" presName="txSpace" presStyleCnt="0"/>
      <dgm:spPr/>
    </dgm:pt>
    <dgm:pt modelId="{1D3B115E-7EE3-4B07-B145-D9C7C0B4CBDA}" type="pres">
      <dgm:prSet presAssocID="{C21F273D-87C3-4797-9549-6CF808894253}" presName="desTx" presStyleLbl="revTx" presStyleIdx="3" presStyleCnt="6">
        <dgm:presLayoutVars/>
      </dgm:prSet>
      <dgm:spPr/>
    </dgm:pt>
    <dgm:pt modelId="{FE6AF6CF-42E5-4CB3-B21A-8D47113EE416}" type="pres">
      <dgm:prSet presAssocID="{1D10B4CD-C4FE-4E90-B286-B67E5EFC1497}" presName="sibTrans" presStyleCnt="0"/>
      <dgm:spPr/>
    </dgm:pt>
    <dgm:pt modelId="{22723DDF-20A3-44E2-89B5-B46212BF0063}" type="pres">
      <dgm:prSet presAssocID="{72C3E591-57B0-4A66-9D80-4774F598A62C}" presName="compNode" presStyleCnt="0"/>
      <dgm:spPr/>
    </dgm:pt>
    <dgm:pt modelId="{307276C7-3316-4215-B58D-4F97DFEFD83F}" type="pres">
      <dgm:prSet presAssocID="{72C3E591-57B0-4A66-9D80-4774F598A62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9A44E670-3576-43AB-8418-DAEE4BD9ED7C}" type="pres">
      <dgm:prSet presAssocID="{72C3E591-57B0-4A66-9D80-4774F598A62C}" presName="iconSpace" presStyleCnt="0"/>
      <dgm:spPr/>
    </dgm:pt>
    <dgm:pt modelId="{89C2862D-C769-4D35-9BF1-216B06191271}" type="pres">
      <dgm:prSet presAssocID="{72C3E591-57B0-4A66-9D80-4774F598A62C}" presName="parTx" presStyleLbl="revTx" presStyleIdx="4" presStyleCnt="6">
        <dgm:presLayoutVars>
          <dgm:chMax val="0"/>
          <dgm:chPref val="0"/>
        </dgm:presLayoutVars>
      </dgm:prSet>
      <dgm:spPr/>
    </dgm:pt>
    <dgm:pt modelId="{226318D0-B032-4FEC-92E2-423E90A61B19}" type="pres">
      <dgm:prSet presAssocID="{72C3E591-57B0-4A66-9D80-4774F598A62C}" presName="txSpace" presStyleCnt="0"/>
      <dgm:spPr/>
    </dgm:pt>
    <dgm:pt modelId="{3BEDDAC0-E36D-46DB-86DD-D374C6968109}" type="pres">
      <dgm:prSet presAssocID="{72C3E591-57B0-4A66-9D80-4774F598A62C}" presName="desTx" presStyleLbl="revTx" presStyleIdx="5" presStyleCnt="6">
        <dgm:presLayoutVars/>
      </dgm:prSet>
      <dgm:spPr/>
    </dgm:pt>
  </dgm:ptLst>
  <dgm:cxnLst>
    <dgm:cxn modelId="{FE47A11E-2ED3-45DC-B530-E8A4A09E819F}" srcId="{C21F273D-87C3-4797-9549-6CF808894253}" destId="{9C899AC1-CEC8-4ED3-A383-244A1D855307}" srcOrd="0" destOrd="0" parTransId="{628CC7C8-7E48-425D-A144-67C6D54FE7EE}" sibTransId="{9EEC89C0-E638-42CD-A144-5299768B875D}"/>
    <dgm:cxn modelId="{F62F3438-7B99-421F-A4E0-03C2DB9B203A}" type="presOf" srcId="{9C899AC1-CEC8-4ED3-A383-244A1D855307}" destId="{1D3B115E-7EE3-4B07-B145-D9C7C0B4CBDA}" srcOrd="0" destOrd="0" presId="urn:microsoft.com/office/officeart/2018/5/layout/CenteredIconLabelDescriptionList"/>
    <dgm:cxn modelId="{AC051A61-48BC-4CDE-80D3-468CD5645617}" srcId="{444ACB95-4359-42B7-95D9-EA05A92132AD}" destId="{C21F273D-87C3-4797-9549-6CF808894253}" srcOrd="1" destOrd="0" parTransId="{32B399D7-0BAE-4A1E-AB3A-736D56247F4D}" sibTransId="{1D10B4CD-C4FE-4E90-B286-B67E5EFC1497}"/>
    <dgm:cxn modelId="{5AE42A44-0BB8-4987-B6F5-B5F9EE3B5A04}" srcId="{444ACB95-4359-42B7-95D9-EA05A92132AD}" destId="{15D543BB-AA84-4031-961B-39BF5BC4F200}" srcOrd="0" destOrd="0" parTransId="{0CAB53BC-214E-49AA-9E52-7B642192ECC3}" sibTransId="{B69F8779-FCED-4DAE-9BCE-5E2A354B9276}"/>
    <dgm:cxn modelId="{CB020168-0368-4D34-BB24-6E2510F84DB4}" srcId="{15D543BB-AA84-4031-961B-39BF5BC4F200}" destId="{6783B277-15ED-420C-90AD-CF0F9C7FFFFE}" srcOrd="0" destOrd="0" parTransId="{6D05FDE7-2B88-4D02-A626-BF497F672BC6}" sibTransId="{C05B31C2-5358-4B93-B912-101266187852}"/>
    <dgm:cxn modelId="{0BA94190-C1FF-47F5-8010-4570A79993B3}" type="presOf" srcId="{444ACB95-4359-42B7-95D9-EA05A92132AD}" destId="{E7E917D6-88AB-43FE-BF06-3ACA261594F7}" srcOrd="0" destOrd="0" presId="urn:microsoft.com/office/officeart/2018/5/layout/CenteredIconLabelDescriptionList"/>
    <dgm:cxn modelId="{2D9A04AE-039B-4362-9BD8-3796E3D7728B}" type="presOf" srcId="{15D543BB-AA84-4031-961B-39BF5BC4F200}" destId="{33AE130E-398F-4B65-9B22-7EBBF9FA5A8C}" srcOrd="0" destOrd="0" presId="urn:microsoft.com/office/officeart/2018/5/layout/CenteredIconLabelDescriptionList"/>
    <dgm:cxn modelId="{E53ED4AF-D1C1-49B8-BD71-B022DA1B8403}" type="presOf" srcId="{6DFA0696-041E-46EA-AA28-4FB402F2617E}" destId="{3BEDDAC0-E36D-46DB-86DD-D374C6968109}" srcOrd="0" destOrd="0" presId="urn:microsoft.com/office/officeart/2018/5/layout/CenteredIconLabelDescriptionList"/>
    <dgm:cxn modelId="{52061FB3-5802-482F-BD86-DB7F66B67583}" srcId="{72C3E591-57B0-4A66-9D80-4774F598A62C}" destId="{6DFA0696-041E-46EA-AA28-4FB402F2617E}" srcOrd="0" destOrd="0" parTransId="{775384E2-D52D-4A89-AA32-8EF0EE72BF85}" sibTransId="{E2803779-1BC2-4088-9699-DAFC19173B77}"/>
    <dgm:cxn modelId="{8BD9FDB6-C3B6-48FF-A383-0D32089F66EA}" type="presOf" srcId="{72C3E591-57B0-4A66-9D80-4774F598A62C}" destId="{89C2862D-C769-4D35-9BF1-216B06191271}" srcOrd="0" destOrd="0" presId="urn:microsoft.com/office/officeart/2018/5/layout/CenteredIconLabelDescriptionList"/>
    <dgm:cxn modelId="{C2EE75D8-8C05-4E61-A866-6A140E5F9111}" type="presOf" srcId="{6783B277-15ED-420C-90AD-CF0F9C7FFFFE}" destId="{C57A9164-B913-409A-8C92-C13B15374D72}" srcOrd="0" destOrd="0" presId="urn:microsoft.com/office/officeart/2018/5/layout/CenteredIconLabelDescriptionList"/>
    <dgm:cxn modelId="{5F6582E9-E9C0-4548-9E0B-C1321EE09903}" type="presOf" srcId="{C21F273D-87C3-4797-9549-6CF808894253}" destId="{E0B2F2B7-1F17-42AD-9A88-0498AA634924}" srcOrd="0" destOrd="0" presId="urn:microsoft.com/office/officeart/2018/5/layout/CenteredIconLabelDescriptionList"/>
    <dgm:cxn modelId="{51CAF6F7-F045-4E3A-B5C2-D58A44DF772C}" srcId="{444ACB95-4359-42B7-95D9-EA05A92132AD}" destId="{72C3E591-57B0-4A66-9D80-4774F598A62C}" srcOrd="2" destOrd="0" parTransId="{522D0CF7-CEB3-4648-A243-A5ED5CFE163A}" sibTransId="{CACE32C2-7300-4454-81E3-DC8E02E27964}"/>
    <dgm:cxn modelId="{277332A5-5506-4B43-A12E-D9A152A0DAB4}" type="presParOf" srcId="{E7E917D6-88AB-43FE-BF06-3ACA261594F7}" destId="{3935AF41-E0C3-471B-AEE0-C31FFC4479E3}" srcOrd="0" destOrd="0" presId="urn:microsoft.com/office/officeart/2018/5/layout/CenteredIconLabelDescriptionList"/>
    <dgm:cxn modelId="{085D5C7D-0590-42D7-BDA0-69CA116C3B34}" type="presParOf" srcId="{3935AF41-E0C3-471B-AEE0-C31FFC4479E3}" destId="{8200EE3A-E15D-4E8B-AD46-95411E6DDEC0}" srcOrd="0" destOrd="0" presId="urn:microsoft.com/office/officeart/2018/5/layout/CenteredIconLabelDescriptionList"/>
    <dgm:cxn modelId="{1FA23B8A-9FEB-4066-BFF6-AF99EE7E5C34}" type="presParOf" srcId="{3935AF41-E0C3-471B-AEE0-C31FFC4479E3}" destId="{62D0B90B-97D0-4DB6-9ED4-035E0BE51A34}" srcOrd="1" destOrd="0" presId="urn:microsoft.com/office/officeart/2018/5/layout/CenteredIconLabelDescriptionList"/>
    <dgm:cxn modelId="{41D99336-BD72-44B6-8954-FC29765206B9}" type="presParOf" srcId="{3935AF41-E0C3-471B-AEE0-C31FFC4479E3}" destId="{33AE130E-398F-4B65-9B22-7EBBF9FA5A8C}" srcOrd="2" destOrd="0" presId="urn:microsoft.com/office/officeart/2018/5/layout/CenteredIconLabelDescriptionList"/>
    <dgm:cxn modelId="{FB6D4A25-5AB7-40E6-8D76-5CAB64A03D0F}" type="presParOf" srcId="{3935AF41-E0C3-471B-AEE0-C31FFC4479E3}" destId="{61B2AF2C-0D35-4D7E-9912-25628D449743}" srcOrd="3" destOrd="0" presId="urn:microsoft.com/office/officeart/2018/5/layout/CenteredIconLabelDescriptionList"/>
    <dgm:cxn modelId="{05E80CE9-BF03-4FFF-9C1C-5C4E152B50AD}" type="presParOf" srcId="{3935AF41-E0C3-471B-AEE0-C31FFC4479E3}" destId="{C57A9164-B913-409A-8C92-C13B15374D72}" srcOrd="4" destOrd="0" presId="urn:microsoft.com/office/officeart/2018/5/layout/CenteredIconLabelDescriptionList"/>
    <dgm:cxn modelId="{4B0DB786-FE91-4F5A-9E97-5917DD2DFB0C}" type="presParOf" srcId="{E7E917D6-88AB-43FE-BF06-3ACA261594F7}" destId="{5186135A-61CA-4DE4-B33B-F1D4DFB82A0B}" srcOrd="1" destOrd="0" presId="urn:microsoft.com/office/officeart/2018/5/layout/CenteredIconLabelDescriptionList"/>
    <dgm:cxn modelId="{7EFC5206-FA3C-4B67-9B2C-E3B45C69AFB7}" type="presParOf" srcId="{E7E917D6-88AB-43FE-BF06-3ACA261594F7}" destId="{DF8843DF-5C5E-4F02-9CD7-665B3D7170FD}" srcOrd="2" destOrd="0" presId="urn:microsoft.com/office/officeart/2018/5/layout/CenteredIconLabelDescriptionList"/>
    <dgm:cxn modelId="{4E8B7193-851E-402D-8E41-3DBAC0822F45}" type="presParOf" srcId="{DF8843DF-5C5E-4F02-9CD7-665B3D7170FD}" destId="{70013C1F-5B43-4D00-B9D9-D47B928950F3}" srcOrd="0" destOrd="0" presId="urn:microsoft.com/office/officeart/2018/5/layout/CenteredIconLabelDescriptionList"/>
    <dgm:cxn modelId="{F68C84E3-EC4C-47F0-BCFD-F4F84A46650F}" type="presParOf" srcId="{DF8843DF-5C5E-4F02-9CD7-665B3D7170FD}" destId="{9FCFBD4A-66A4-4C60-A9FA-43BDAA2D94CD}" srcOrd="1" destOrd="0" presId="urn:microsoft.com/office/officeart/2018/5/layout/CenteredIconLabelDescriptionList"/>
    <dgm:cxn modelId="{02B55D45-83CA-44CE-B3F9-7B7C89D1C87E}" type="presParOf" srcId="{DF8843DF-5C5E-4F02-9CD7-665B3D7170FD}" destId="{E0B2F2B7-1F17-42AD-9A88-0498AA634924}" srcOrd="2" destOrd="0" presId="urn:microsoft.com/office/officeart/2018/5/layout/CenteredIconLabelDescriptionList"/>
    <dgm:cxn modelId="{9116A4D2-2C67-4871-89FE-060A435E1286}" type="presParOf" srcId="{DF8843DF-5C5E-4F02-9CD7-665B3D7170FD}" destId="{20C6D7BA-B7D9-4A06-92B5-1565E7D59EBD}" srcOrd="3" destOrd="0" presId="urn:microsoft.com/office/officeart/2018/5/layout/CenteredIconLabelDescriptionList"/>
    <dgm:cxn modelId="{136E0BD9-3613-4B05-B8EB-3F74FC15D84D}" type="presParOf" srcId="{DF8843DF-5C5E-4F02-9CD7-665B3D7170FD}" destId="{1D3B115E-7EE3-4B07-B145-D9C7C0B4CBDA}" srcOrd="4" destOrd="0" presId="urn:microsoft.com/office/officeart/2018/5/layout/CenteredIconLabelDescriptionList"/>
    <dgm:cxn modelId="{07891CB8-A258-4099-8F20-393553B0D675}" type="presParOf" srcId="{E7E917D6-88AB-43FE-BF06-3ACA261594F7}" destId="{FE6AF6CF-42E5-4CB3-B21A-8D47113EE416}" srcOrd="3" destOrd="0" presId="urn:microsoft.com/office/officeart/2018/5/layout/CenteredIconLabelDescriptionList"/>
    <dgm:cxn modelId="{18D573BF-29DD-41E3-826A-53F8EA5CBE0E}" type="presParOf" srcId="{E7E917D6-88AB-43FE-BF06-3ACA261594F7}" destId="{22723DDF-20A3-44E2-89B5-B46212BF0063}" srcOrd="4" destOrd="0" presId="urn:microsoft.com/office/officeart/2018/5/layout/CenteredIconLabelDescriptionList"/>
    <dgm:cxn modelId="{EB5E5F25-ADDA-4309-9C77-2D89E7EF147F}" type="presParOf" srcId="{22723DDF-20A3-44E2-89B5-B46212BF0063}" destId="{307276C7-3316-4215-B58D-4F97DFEFD83F}" srcOrd="0" destOrd="0" presId="urn:microsoft.com/office/officeart/2018/5/layout/CenteredIconLabelDescriptionList"/>
    <dgm:cxn modelId="{EF1B9024-6137-4DBB-934C-14E1C499622B}" type="presParOf" srcId="{22723DDF-20A3-44E2-89B5-B46212BF0063}" destId="{9A44E670-3576-43AB-8418-DAEE4BD9ED7C}" srcOrd="1" destOrd="0" presId="urn:microsoft.com/office/officeart/2018/5/layout/CenteredIconLabelDescriptionList"/>
    <dgm:cxn modelId="{32460AB2-5C68-4F90-B0A5-9CCBA71F8378}" type="presParOf" srcId="{22723DDF-20A3-44E2-89B5-B46212BF0063}" destId="{89C2862D-C769-4D35-9BF1-216B06191271}" srcOrd="2" destOrd="0" presId="urn:microsoft.com/office/officeart/2018/5/layout/CenteredIconLabelDescriptionList"/>
    <dgm:cxn modelId="{C17235A7-0024-4C34-99E4-81D1B89B2678}" type="presParOf" srcId="{22723DDF-20A3-44E2-89B5-B46212BF0063}" destId="{226318D0-B032-4FEC-92E2-423E90A61B19}" srcOrd="3" destOrd="0" presId="urn:microsoft.com/office/officeart/2018/5/layout/CenteredIconLabelDescriptionList"/>
    <dgm:cxn modelId="{5000A9F6-F166-4613-BDC0-2B05D15184CB}" type="presParOf" srcId="{22723DDF-20A3-44E2-89B5-B46212BF0063}" destId="{3BEDDAC0-E36D-46DB-86DD-D374C6968109}"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0DAF452-1B78-49A3-8A27-1F32C452CC39}"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E2EAD3F2-0248-4FB8-8605-FA5ED01F8AF1}">
      <dgm:prSet/>
      <dgm:spPr/>
      <dgm:t>
        <a:bodyPr/>
        <a:lstStyle/>
        <a:p>
          <a:pPr>
            <a:defRPr b="1"/>
          </a:pPr>
          <a:r>
            <a:rPr lang="en-US" dirty="0"/>
            <a:t>OCR methodologies</a:t>
          </a:r>
        </a:p>
      </dgm:t>
    </dgm:pt>
    <dgm:pt modelId="{A8F708C3-59D8-449F-872B-353286AC7156}" type="parTrans" cxnId="{427DACA2-14AF-4B96-877B-81F3EC332173}">
      <dgm:prSet/>
      <dgm:spPr/>
      <dgm:t>
        <a:bodyPr/>
        <a:lstStyle/>
        <a:p>
          <a:endParaRPr lang="en-US"/>
        </a:p>
      </dgm:t>
    </dgm:pt>
    <dgm:pt modelId="{B51E219A-D017-489C-AD4B-035EF57E1426}" type="sibTrans" cxnId="{427DACA2-14AF-4B96-877B-81F3EC332173}">
      <dgm:prSet/>
      <dgm:spPr/>
      <dgm:t>
        <a:bodyPr/>
        <a:lstStyle/>
        <a:p>
          <a:endParaRPr lang="en-US"/>
        </a:p>
      </dgm:t>
    </dgm:pt>
    <dgm:pt modelId="{43E15457-5C9B-43AE-933E-76A778E9528A}">
      <dgm:prSet/>
      <dgm:spPr/>
      <dgm:t>
        <a:bodyPr/>
        <a:lstStyle/>
        <a:p>
          <a:r>
            <a:rPr lang="en-US"/>
            <a:t>Rule-based OCR</a:t>
          </a:r>
        </a:p>
      </dgm:t>
    </dgm:pt>
    <dgm:pt modelId="{1E57F91A-8918-4668-A1F9-68F3556BAA98}" type="parTrans" cxnId="{6B556F48-9D2C-49A7-824E-23201BB2C49E}">
      <dgm:prSet/>
      <dgm:spPr/>
      <dgm:t>
        <a:bodyPr/>
        <a:lstStyle/>
        <a:p>
          <a:endParaRPr lang="en-US"/>
        </a:p>
      </dgm:t>
    </dgm:pt>
    <dgm:pt modelId="{8613E5C2-6312-48C2-BB5F-D58E30279384}" type="sibTrans" cxnId="{6B556F48-9D2C-49A7-824E-23201BB2C49E}">
      <dgm:prSet/>
      <dgm:spPr/>
      <dgm:t>
        <a:bodyPr/>
        <a:lstStyle/>
        <a:p>
          <a:endParaRPr lang="en-US"/>
        </a:p>
      </dgm:t>
    </dgm:pt>
    <dgm:pt modelId="{1AFB7AA7-07BC-40CE-B89C-1717584F6B9D}">
      <dgm:prSet/>
      <dgm:spPr/>
      <dgm:t>
        <a:bodyPr/>
        <a:lstStyle/>
        <a:p>
          <a:r>
            <a:rPr lang="en-US"/>
            <a:t>Deep learning–based OCR</a:t>
          </a:r>
        </a:p>
      </dgm:t>
    </dgm:pt>
    <dgm:pt modelId="{1D286437-9837-4678-B288-9F99E6652B8B}" type="parTrans" cxnId="{8172A0DA-1B0D-4702-A499-BD020867D7B5}">
      <dgm:prSet/>
      <dgm:spPr/>
      <dgm:t>
        <a:bodyPr/>
        <a:lstStyle/>
        <a:p>
          <a:endParaRPr lang="en-US"/>
        </a:p>
      </dgm:t>
    </dgm:pt>
    <dgm:pt modelId="{F5439C33-6B9C-4D09-8A6A-AA94A6641306}" type="sibTrans" cxnId="{8172A0DA-1B0D-4702-A499-BD020867D7B5}">
      <dgm:prSet/>
      <dgm:spPr/>
      <dgm:t>
        <a:bodyPr/>
        <a:lstStyle/>
        <a:p>
          <a:endParaRPr lang="en-US"/>
        </a:p>
      </dgm:t>
    </dgm:pt>
    <dgm:pt modelId="{CCF129CF-7359-420C-BF56-3D8B2861EDB3}">
      <dgm:prSet/>
      <dgm:spPr/>
      <dgm:t>
        <a:bodyPr/>
        <a:lstStyle/>
        <a:p>
          <a:pPr>
            <a:defRPr b="1"/>
          </a:pPr>
          <a:r>
            <a:rPr lang="en-US" dirty="0"/>
            <a:t>NLP methodologies</a:t>
          </a:r>
        </a:p>
      </dgm:t>
    </dgm:pt>
    <dgm:pt modelId="{2230B3C1-8E93-47D2-BEB3-09B7623C7364}" type="parTrans" cxnId="{E5728B19-7D58-4464-8F7D-E2076D487028}">
      <dgm:prSet/>
      <dgm:spPr/>
      <dgm:t>
        <a:bodyPr/>
        <a:lstStyle/>
        <a:p>
          <a:endParaRPr lang="en-US"/>
        </a:p>
      </dgm:t>
    </dgm:pt>
    <dgm:pt modelId="{66EE0F0F-ED40-4CEB-B1B6-698F089A96DC}" type="sibTrans" cxnId="{E5728B19-7D58-4464-8F7D-E2076D487028}">
      <dgm:prSet/>
      <dgm:spPr/>
      <dgm:t>
        <a:bodyPr/>
        <a:lstStyle/>
        <a:p>
          <a:endParaRPr lang="en-US"/>
        </a:p>
      </dgm:t>
    </dgm:pt>
    <dgm:pt modelId="{2509F353-9F56-44C1-95E4-CA03F3FF3F43}">
      <dgm:prSet/>
      <dgm:spPr/>
      <dgm:t>
        <a:bodyPr/>
        <a:lstStyle/>
        <a:p>
          <a:r>
            <a:rPr lang="en-US"/>
            <a:t>Language models</a:t>
          </a:r>
        </a:p>
      </dgm:t>
    </dgm:pt>
    <dgm:pt modelId="{4E28617E-CCBA-4ADA-93B3-AC2E21FDEA02}" type="parTrans" cxnId="{215C22B5-F56A-4713-99BB-FA6D2BBB0266}">
      <dgm:prSet/>
      <dgm:spPr/>
      <dgm:t>
        <a:bodyPr/>
        <a:lstStyle/>
        <a:p>
          <a:endParaRPr lang="en-US"/>
        </a:p>
      </dgm:t>
    </dgm:pt>
    <dgm:pt modelId="{53FB2DE3-C35E-42A0-83F4-6D9C7CEB16C4}" type="sibTrans" cxnId="{215C22B5-F56A-4713-99BB-FA6D2BBB0266}">
      <dgm:prSet/>
      <dgm:spPr/>
      <dgm:t>
        <a:bodyPr/>
        <a:lstStyle/>
        <a:p>
          <a:endParaRPr lang="en-US"/>
        </a:p>
      </dgm:t>
    </dgm:pt>
    <dgm:pt modelId="{89FA69CB-161F-4364-A3A0-8C7C1821F464}">
      <dgm:prSet/>
      <dgm:spPr/>
      <dgm:t>
        <a:bodyPr/>
        <a:lstStyle/>
        <a:p>
          <a:r>
            <a:rPr lang="en-US"/>
            <a:t>Named Entity Recognition</a:t>
          </a:r>
        </a:p>
      </dgm:t>
    </dgm:pt>
    <dgm:pt modelId="{3A193025-F4DF-4D27-AE1D-BD7B9FA04FD9}" type="parTrans" cxnId="{A76B7261-59C6-414D-B21A-00473465AEE9}">
      <dgm:prSet/>
      <dgm:spPr/>
      <dgm:t>
        <a:bodyPr/>
        <a:lstStyle/>
        <a:p>
          <a:endParaRPr lang="en-US"/>
        </a:p>
      </dgm:t>
    </dgm:pt>
    <dgm:pt modelId="{BA1D7F37-A5D6-4B0C-A45A-FC41DCB92097}" type="sibTrans" cxnId="{A76B7261-59C6-414D-B21A-00473465AEE9}">
      <dgm:prSet/>
      <dgm:spPr/>
      <dgm:t>
        <a:bodyPr/>
        <a:lstStyle/>
        <a:p>
          <a:endParaRPr lang="en-US"/>
        </a:p>
      </dgm:t>
    </dgm:pt>
    <dgm:pt modelId="{2191919B-34C8-40BC-95DB-E23C41552B6B}">
      <dgm:prSet/>
      <dgm:spPr/>
      <dgm:t>
        <a:bodyPr/>
        <a:lstStyle/>
        <a:p>
          <a:r>
            <a:rPr lang="en-US"/>
            <a:t>Contextual correction</a:t>
          </a:r>
        </a:p>
      </dgm:t>
    </dgm:pt>
    <dgm:pt modelId="{0FF9C224-093C-43A7-88F4-2367D7589690}" type="parTrans" cxnId="{1AB3E7BC-F864-4708-A8A2-EC8C847F009F}">
      <dgm:prSet/>
      <dgm:spPr/>
      <dgm:t>
        <a:bodyPr/>
        <a:lstStyle/>
        <a:p>
          <a:endParaRPr lang="en-US"/>
        </a:p>
      </dgm:t>
    </dgm:pt>
    <dgm:pt modelId="{635D1A9C-008D-4D2A-9C14-115531201B46}" type="sibTrans" cxnId="{1AB3E7BC-F864-4708-A8A2-EC8C847F009F}">
      <dgm:prSet/>
      <dgm:spPr/>
      <dgm:t>
        <a:bodyPr/>
        <a:lstStyle/>
        <a:p>
          <a:endParaRPr lang="en-US"/>
        </a:p>
      </dgm:t>
    </dgm:pt>
    <dgm:pt modelId="{7E00F0BB-345E-44D2-ABC5-36E785710735}" type="pres">
      <dgm:prSet presAssocID="{B0DAF452-1B78-49A3-8A27-1F32C452CC39}" presName="root" presStyleCnt="0">
        <dgm:presLayoutVars>
          <dgm:dir/>
          <dgm:resizeHandles val="exact"/>
        </dgm:presLayoutVars>
      </dgm:prSet>
      <dgm:spPr/>
    </dgm:pt>
    <dgm:pt modelId="{C9FD5274-DF19-452B-9574-D6D8FCC243FE}" type="pres">
      <dgm:prSet presAssocID="{E2EAD3F2-0248-4FB8-8605-FA5ED01F8AF1}" presName="compNode" presStyleCnt="0"/>
      <dgm:spPr/>
    </dgm:pt>
    <dgm:pt modelId="{B3FAF521-4AC4-4280-B1DF-389D053CA78C}" type="pres">
      <dgm:prSet presAssocID="{E2EAD3F2-0248-4FB8-8605-FA5ED01F8AF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58601B7C-EED4-4866-943F-267D73D92BC1}" type="pres">
      <dgm:prSet presAssocID="{E2EAD3F2-0248-4FB8-8605-FA5ED01F8AF1}" presName="iconSpace" presStyleCnt="0"/>
      <dgm:spPr/>
    </dgm:pt>
    <dgm:pt modelId="{0511CEF9-3F87-4A23-BAE8-24C9FC9097F0}" type="pres">
      <dgm:prSet presAssocID="{E2EAD3F2-0248-4FB8-8605-FA5ED01F8AF1}" presName="parTx" presStyleLbl="revTx" presStyleIdx="0" presStyleCnt="4">
        <dgm:presLayoutVars>
          <dgm:chMax val="0"/>
          <dgm:chPref val="0"/>
        </dgm:presLayoutVars>
      </dgm:prSet>
      <dgm:spPr/>
    </dgm:pt>
    <dgm:pt modelId="{1B2216BE-4804-4CEF-801A-2C74A45095A0}" type="pres">
      <dgm:prSet presAssocID="{E2EAD3F2-0248-4FB8-8605-FA5ED01F8AF1}" presName="txSpace" presStyleCnt="0"/>
      <dgm:spPr/>
    </dgm:pt>
    <dgm:pt modelId="{188114B2-7D37-422B-88BC-5BE92B6A6313}" type="pres">
      <dgm:prSet presAssocID="{E2EAD3F2-0248-4FB8-8605-FA5ED01F8AF1}" presName="desTx" presStyleLbl="revTx" presStyleIdx="1" presStyleCnt="4">
        <dgm:presLayoutVars/>
      </dgm:prSet>
      <dgm:spPr/>
    </dgm:pt>
    <dgm:pt modelId="{2EBE7790-300F-40D3-A391-8CB53E844A01}" type="pres">
      <dgm:prSet presAssocID="{B51E219A-D017-489C-AD4B-035EF57E1426}" presName="sibTrans" presStyleCnt="0"/>
      <dgm:spPr/>
    </dgm:pt>
    <dgm:pt modelId="{1C65EF6A-2E97-4F21-861C-1243AB49E68F}" type="pres">
      <dgm:prSet presAssocID="{CCF129CF-7359-420C-BF56-3D8B2861EDB3}" presName="compNode" presStyleCnt="0"/>
      <dgm:spPr/>
    </dgm:pt>
    <dgm:pt modelId="{FDFE59B1-5D57-43D0-88A0-7C576612A598}" type="pres">
      <dgm:prSet presAssocID="{CCF129CF-7359-420C-BF56-3D8B2861EDB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A71A2563-891A-4D93-AAFB-960E64B810F9}" type="pres">
      <dgm:prSet presAssocID="{CCF129CF-7359-420C-BF56-3D8B2861EDB3}" presName="iconSpace" presStyleCnt="0"/>
      <dgm:spPr/>
    </dgm:pt>
    <dgm:pt modelId="{9CF0ED8E-9A4F-49D2-9D54-013C93B51FE4}" type="pres">
      <dgm:prSet presAssocID="{CCF129CF-7359-420C-BF56-3D8B2861EDB3}" presName="parTx" presStyleLbl="revTx" presStyleIdx="2" presStyleCnt="4">
        <dgm:presLayoutVars>
          <dgm:chMax val="0"/>
          <dgm:chPref val="0"/>
        </dgm:presLayoutVars>
      </dgm:prSet>
      <dgm:spPr/>
    </dgm:pt>
    <dgm:pt modelId="{BD0688BC-A70A-450C-8FA3-932BCAD64E0D}" type="pres">
      <dgm:prSet presAssocID="{CCF129CF-7359-420C-BF56-3D8B2861EDB3}" presName="txSpace" presStyleCnt="0"/>
      <dgm:spPr/>
    </dgm:pt>
    <dgm:pt modelId="{F158E87B-4AE1-45CD-BBCA-54E6D7D2D628}" type="pres">
      <dgm:prSet presAssocID="{CCF129CF-7359-420C-BF56-3D8B2861EDB3}" presName="desTx" presStyleLbl="revTx" presStyleIdx="3" presStyleCnt="4">
        <dgm:presLayoutVars/>
      </dgm:prSet>
      <dgm:spPr/>
    </dgm:pt>
  </dgm:ptLst>
  <dgm:cxnLst>
    <dgm:cxn modelId="{EB15260B-7D67-4BE6-BCF0-48EA6E164CC1}" type="presOf" srcId="{CCF129CF-7359-420C-BF56-3D8B2861EDB3}" destId="{9CF0ED8E-9A4F-49D2-9D54-013C93B51FE4}" srcOrd="0" destOrd="0" presId="urn:microsoft.com/office/officeart/2018/2/layout/IconLabelDescriptionList"/>
    <dgm:cxn modelId="{92B06D0E-FBCD-4D0E-BBDE-1794716FF1FC}" type="presOf" srcId="{89FA69CB-161F-4364-A3A0-8C7C1821F464}" destId="{F158E87B-4AE1-45CD-BBCA-54E6D7D2D628}" srcOrd="0" destOrd="1" presId="urn:microsoft.com/office/officeart/2018/2/layout/IconLabelDescriptionList"/>
    <dgm:cxn modelId="{E5728B19-7D58-4464-8F7D-E2076D487028}" srcId="{B0DAF452-1B78-49A3-8A27-1F32C452CC39}" destId="{CCF129CF-7359-420C-BF56-3D8B2861EDB3}" srcOrd="1" destOrd="0" parTransId="{2230B3C1-8E93-47D2-BEB3-09B7623C7364}" sibTransId="{66EE0F0F-ED40-4CEB-B1B6-698F089A96DC}"/>
    <dgm:cxn modelId="{344BFA20-6DFF-492F-9DD8-52EE56B6494D}" type="presOf" srcId="{2509F353-9F56-44C1-95E4-CA03F3FF3F43}" destId="{F158E87B-4AE1-45CD-BBCA-54E6D7D2D628}" srcOrd="0" destOrd="0" presId="urn:microsoft.com/office/officeart/2018/2/layout/IconLabelDescriptionList"/>
    <dgm:cxn modelId="{1AF1D82E-E1BF-48F7-8731-238A20764C12}" type="presOf" srcId="{1AFB7AA7-07BC-40CE-B89C-1717584F6B9D}" destId="{188114B2-7D37-422B-88BC-5BE92B6A6313}" srcOrd="0" destOrd="1" presId="urn:microsoft.com/office/officeart/2018/2/layout/IconLabelDescriptionList"/>
    <dgm:cxn modelId="{A76B7261-59C6-414D-B21A-00473465AEE9}" srcId="{CCF129CF-7359-420C-BF56-3D8B2861EDB3}" destId="{89FA69CB-161F-4364-A3A0-8C7C1821F464}" srcOrd="1" destOrd="0" parTransId="{3A193025-F4DF-4D27-AE1D-BD7B9FA04FD9}" sibTransId="{BA1D7F37-A5D6-4B0C-A45A-FC41DCB92097}"/>
    <dgm:cxn modelId="{6B556F48-9D2C-49A7-824E-23201BB2C49E}" srcId="{E2EAD3F2-0248-4FB8-8605-FA5ED01F8AF1}" destId="{43E15457-5C9B-43AE-933E-76A778E9528A}" srcOrd="0" destOrd="0" parTransId="{1E57F91A-8918-4668-A1F9-68F3556BAA98}" sibTransId="{8613E5C2-6312-48C2-BB5F-D58E30279384}"/>
    <dgm:cxn modelId="{B7F9CC93-2EAD-4634-978A-3E95DCE20C6E}" type="presOf" srcId="{43E15457-5C9B-43AE-933E-76A778E9528A}" destId="{188114B2-7D37-422B-88BC-5BE92B6A6313}" srcOrd="0" destOrd="0" presId="urn:microsoft.com/office/officeart/2018/2/layout/IconLabelDescriptionList"/>
    <dgm:cxn modelId="{427DACA2-14AF-4B96-877B-81F3EC332173}" srcId="{B0DAF452-1B78-49A3-8A27-1F32C452CC39}" destId="{E2EAD3F2-0248-4FB8-8605-FA5ED01F8AF1}" srcOrd="0" destOrd="0" parTransId="{A8F708C3-59D8-449F-872B-353286AC7156}" sibTransId="{B51E219A-D017-489C-AD4B-035EF57E1426}"/>
    <dgm:cxn modelId="{215C22B5-F56A-4713-99BB-FA6D2BBB0266}" srcId="{CCF129CF-7359-420C-BF56-3D8B2861EDB3}" destId="{2509F353-9F56-44C1-95E4-CA03F3FF3F43}" srcOrd="0" destOrd="0" parTransId="{4E28617E-CCBA-4ADA-93B3-AC2E21FDEA02}" sibTransId="{53FB2DE3-C35E-42A0-83F4-6D9C7CEB16C4}"/>
    <dgm:cxn modelId="{C8AFF6B7-4AE8-4E6D-BB71-CED6460FBEC0}" type="presOf" srcId="{2191919B-34C8-40BC-95DB-E23C41552B6B}" destId="{F158E87B-4AE1-45CD-BBCA-54E6D7D2D628}" srcOrd="0" destOrd="2" presId="urn:microsoft.com/office/officeart/2018/2/layout/IconLabelDescriptionList"/>
    <dgm:cxn modelId="{1AB3E7BC-F864-4708-A8A2-EC8C847F009F}" srcId="{CCF129CF-7359-420C-BF56-3D8B2861EDB3}" destId="{2191919B-34C8-40BC-95DB-E23C41552B6B}" srcOrd="2" destOrd="0" parTransId="{0FF9C224-093C-43A7-88F4-2367D7589690}" sibTransId="{635D1A9C-008D-4D2A-9C14-115531201B46}"/>
    <dgm:cxn modelId="{B7E317CA-146C-4B89-AF61-8B35001167C6}" type="presOf" srcId="{B0DAF452-1B78-49A3-8A27-1F32C452CC39}" destId="{7E00F0BB-345E-44D2-ABC5-36E785710735}" srcOrd="0" destOrd="0" presId="urn:microsoft.com/office/officeart/2018/2/layout/IconLabelDescriptionList"/>
    <dgm:cxn modelId="{8172A0DA-1B0D-4702-A499-BD020867D7B5}" srcId="{E2EAD3F2-0248-4FB8-8605-FA5ED01F8AF1}" destId="{1AFB7AA7-07BC-40CE-B89C-1717584F6B9D}" srcOrd="1" destOrd="0" parTransId="{1D286437-9837-4678-B288-9F99E6652B8B}" sibTransId="{F5439C33-6B9C-4D09-8A6A-AA94A6641306}"/>
    <dgm:cxn modelId="{BA6AD9E0-C755-46CE-9FFB-10F56F2AB23A}" type="presOf" srcId="{E2EAD3F2-0248-4FB8-8605-FA5ED01F8AF1}" destId="{0511CEF9-3F87-4A23-BAE8-24C9FC9097F0}" srcOrd="0" destOrd="0" presId="urn:microsoft.com/office/officeart/2018/2/layout/IconLabelDescriptionList"/>
    <dgm:cxn modelId="{4D6339D5-0CCF-4734-B5FC-3CF71F8AAC20}" type="presParOf" srcId="{7E00F0BB-345E-44D2-ABC5-36E785710735}" destId="{C9FD5274-DF19-452B-9574-D6D8FCC243FE}" srcOrd="0" destOrd="0" presId="urn:microsoft.com/office/officeart/2018/2/layout/IconLabelDescriptionList"/>
    <dgm:cxn modelId="{B969E70F-A6C9-4B42-AF36-EEA13566A8A2}" type="presParOf" srcId="{C9FD5274-DF19-452B-9574-D6D8FCC243FE}" destId="{B3FAF521-4AC4-4280-B1DF-389D053CA78C}" srcOrd="0" destOrd="0" presId="urn:microsoft.com/office/officeart/2018/2/layout/IconLabelDescriptionList"/>
    <dgm:cxn modelId="{1B1BF865-7058-41E4-89DD-7A95198B2814}" type="presParOf" srcId="{C9FD5274-DF19-452B-9574-D6D8FCC243FE}" destId="{58601B7C-EED4-4866-943F-267D73D92BC1}" srcOrd="1" destOrd="0" presId="urn:microsoft.com/office/officeart/2018/2/layout/IconLabelDescriptionList"/>
    <dgm:cxn modelId="{7828C834-87D2-4F38-8FD9-C415B50686FE}" type="presParOf" srcId="{C9FD5274-DF19-452B-9574-D6D8FCC243FE}" destId="{0511CEF9-3F87-4A23-BAE8-24C9FC9097F0}" srcOrd="2" destOrd="0" presId="urn:microsoft.com/office/officeart/2018/2/layout/IconLabelDescriptionList"/>
    <dgm:cxn modelId="{03E06B8A-3FD9-46B7-897A-10DBF720B545}" type="presParOf" srcId="{C9FD5274-DF19-452B-9574-D6D8FCC243FE}" destId="{1B2216BE-4804-4CEF-801A-2C74A45095A0}" srcOrd="3" destOrd="0" presId="urn:microsoft.com/office/officeart/2018/2/layout/IconLabelDescriptionList"/>
    <dgm:cxn modelId="{218D439F-0EE7-4B8C-AB3E-0EAF2C7F0077}" type="presParOf" srcId="{C9FD5274-DF19-452B-9574-D6D8FCC243FE}" destId="{188114B2-7D37-422B-88BC-5BE92B6A6313}" srcOrd="4" destOrd="0" presId="urn:microsoft.com/office/officeart/2018/2/layout/IconLabelDescriptionList"/>
    <dgm:cxn modelId="{8E42B208-091D-4741-82A1-CD98C598D97C}" type="presParOf" srcId="{7E00F0BB-345E-44D2-ABC5-36E785710735}" destId="{2EBE7790-300F-40D3-A391-8CB53E844A01}" srcOrd="1" destOrd="0" presId="urn:microsoft.com/office/officeart/2018/2/layout/IconLabelDescriptionList"/>
    <dgm:cxn modelId="{CCA59E3B-EBD5-406A-9A61-F433F0C2C86F}" type="presParOf" srcId="{7E00F0BB-345E-44D2-ABC5-36E785710735}" destId="{1C65EF6A-2E97-4F21-861C-1243AB49E68F}" srcOrd="2" destOrd="0" presId="urn:microsoft.com/office/officeart/2018/2/layout/IconLabelDescriptionList"/>
    <dgm:cxn modelId="{3627EC8F-92F5-4D94-BACE-6436424BC439}" type="presParOf" srcId="{1C65EF6A-2E97-4F21-861C-1243AB49E68F}" destId="{FDFE59B1-5D57-43D0-88A0-7C576612A598}" srcOrd="0" destOrd="0" presId="urn:microsoft.com/office/officeart/2018/2/layout/IconLabelDescriptionList"/>
    <dgm:cxn modelId="{63A3D628-9652-4425-96F7-EAA8F7FDB080}" type="presParOf" srcId="{1C65EF6A-2E97-4F21-861C-1243AB49E68F}" destId="{A71A2563-891A-4D93-AAFB-960E64B810F9}" srcOrd="1" destOrd="0" presId="urn:microsoft.com/office/officeart/2018/2/layout/IconLabelDescriptionList"/>
    <dgm:cxn modelId="{A37F42C4-11A6-4C0E-9392-17F5CEF7A48C}" type="presParOf" srcId="{1C65EF6A-2E97-4F21-861C-1243AB49E68F}" destId="{9CF0ED8E-9A4F-49D2-9D54-013C93B51FE4}" srcOrd="2" destOrd="0" presId="urn:microsoft.com/office/officeart/2018/2/layout/IconLabelDescriptionList"/>
    <dgm:cxn modelId="{9A5933F6-0DA4-48A4-886D-C34B267B7D24}" type="presParOf" srcId="{1C65EF6A-2E97-4F21-861C-1243AB49E68F}" destId="{BD0688BC-A70A-450C-8FA3-932BCAD64E0D}" srcOrd="3" destOrd="0" presId="urn:microsoft.com/office/officeart/2018/2/layout/IconLabelDescriptionList"/>
    <dgm:cxn modelId="{955BC9A3-7910-47EA-874A-1BF7ECBA6A52}" type="presParOf" srcId="{1C65EF6A-2E97-4F21-861C-1243AB49E68F}" destId="{F158E87B-4AE1-45CD-BBCA-54E6D7D2D628}"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C706A92-655A-4E04-8C63-3230E26DF7F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3DAB5B6-6628-40C5-B373-7AC36E4F4340}">
      <dgm:prSet/>
      <dgm:spPr/>
      <dgm:t>
        <a:bodyPr/>
        <a:lstStyle/>
        <a:p>
          <a:r>
            <a:rPr lang="en-US"/>
            <a:t>Accuracy and error rate measurement</a:t>
          </a:r>
        </a:p>
      </dgm:t>
    </dgm:pt>
    <dgm:pt modelId="{056A9E8B-4029-4623-AF2A-9497D4636C65}" type="parTrans" cxnId="{55817A72-D86E-47AA-9AF1-8F108B5299BA}">
      <dgm:prSet/>
      <dgm:spPr/>
      <dgm:t>
        <a:bodyPr/>
        <a:lstStyle/>
        <a:p>
          <a:endParaRPr lang="en-US"/>
        </a:p>
      </dgm:t>
    </dgm:pt>
    <dgm:pt modelId="{7DAEF7B4-0AA6-4872-A7AA-0CCDFB12B24A}" type="sibTrans" cxnId="{55817A72-D86E-47AA-9AF1-8F108B5299BA}">
      <dgm:prSet/>
      <dgm:spPr/>
      <dgm:t>
        <a:bodyPr/>
        <a:lstStyle/>
        <a:p>
          <a:endParaRPr lang="en-US"/>
        </a:p>
      </dgm:t>
    </dgm:pt>
    <dgm:pt modelId="{18E3B8CE-FF29-443D-89C9-D576E4E40FDE}">
      <dgm:prSet/>
      <dgm:spPr/>
      <dgm:t>
        <a:bodyPr/>
        <a:lstStyle/>
        <a:p>
          <a:r>
            <a:rPr lang="en-US"/>
            <a:t>Validation against ground truth</a:t>
          </a:r>
        </a:p>
      </dgm:t>
    </dgm:pt>
    <dgm:pt modelId="{FC9E350B-7F35-49EC-B223-B79CC26F5136}" type="parTrans" cxnId="{A4DBF35D-6C12-4DCD-B2CC-9606BD65884D}">
      <dgm:prSet/>
      <dgm:spPr/>
      <dgm:t>
        <a:bodyPr/>
        <a:lstStyle/>
        <a:p>
          <a:endParaRPr lang="en-US"/>
        </a:p>
      </dgm:t>
    </dgm:pt>
    <dgm:pt modelId="{3571F6CF-30B2-4788-95BE-965DF8501552}" type="sibTrans" cxnId="{A4DBF35D-6C12-4DCD-B2CC-9606BD65884D}">
      <dgm:prSet/>
      <dgm:spPr/>
      <dgm:t>
        <a:bodyPr/>
        <a:lstStyle/>
        <a:p>
          <a:endParaRPr lang="en-US"/>
        </a:p>
      </dgm:t>
    </dgm:pt>
    <dgm:pt modelId="{152C1BC8-6D29-4685-AA7B-B4B9001653B9}">
      <dgm:prSet/>
      <dgm:spPr/>
      <dgm:t>
        <a:bodyPr/>
        <a:lstStyle/>
        <a:p>
          <a:r>
            <a:rPr lang="en-US"/>
            <a:t>Bias and consistency checks</a:t>
          </a:r>
        </a:p>
      </dgm:t>
    </dgm:pt>
    <dgm:pt modelId="{12388D3D-8644-4AAB-A13E-1F814AA3D400}" type="parTrans" cxnId="{AB0B8A9F-A5F3-461B-B7A8-C7EF63143236}">
      <dgm:prSet/>
      <dgm:spPr/>
      <dgm:t>
        <a:bodyPr/>
        <a:lstStyle/>
        <a:p>
          <a:endParaRPr lang="en-US"/>
        </a:p>
      </dgm:t>
    </dgm:pt>
    <dgm:pt modelId="{3E97B2CE-3C01-4AF8-A302-1A3B1D1342F6}" type="sibTrans" cxnId="{AB0B8A9F-A5F3-461B-B7A8-C7EF63143236}">
      <dgm:prSet/>
      <dgm:spPr/>
      <dgm:t>
        <a:bodyPr/>
        <a:lstStyle/>
        <a:p>
          <a:endParaRPr lang="en-US"/>
        </a:p>
      </dgm:t>
    </dgm:pt>
    <dgm:pt modelId="{F5BA1CCD-5D23-429D-A990-ABCCCBEAE63B}">
      <dgm:prSet/>
      <dgm:spPr/>
      <dgm:t>
        <a:bodyPr/>
        <a:lstStyle/>
        <a:p>
          <a:r>
            <a:rPr lang="en-US"/>
            <a:t>Ongoing model monitoring</a:t>
          </a:r>
        </a:p>
      </dgm:t>
    </dgm:pt>
    <dgm:pt modelId="{FE2A3638-973E-4727-8453-9EB88E0ACBA1}" type="parTrans" cxnId="{BF2EBE4D-96AF-4B0C-A633-87E1B09ADA8B}">
      <dgm:prSet/>
      <dgm:spPr/>
      <dgm:t>
        <a:bodyPr/>
        <a:lstStyle/>
        <a:p>
          <a:endParaRPr lang="en-US"/>
        </a:p>
      </dgm:t>
    </dgm:pt>
    <dgm:pt modelId="{4CF83332-004B-4660-89BB-0C7125D8D8F1}" type="sibTrans" cxnId="{BF2EBE4D-96AF-4B0C-A633-87E1B09ADA8B}">
      <dgm:prSet/>
      <dgm:spPr/>
      <dgm:t>
        <a:bodyPr/>
        <a:lstStyle/>
        <a:p>
          <a:endParaRPr lang="en-US"/>
        </a:p>
      </dgm:t>
    </dgm:pt>
    <dgm:pt modelId="{4883530D-055B-45D7-87F3-37BCD8BA807C}" type="pres">
      <dgm:prSet presAssocID="{AC706A92-655A-4E04-8C63-3230E26DF7FC}" presName="linear" presStyleCnt="0">
        <dgm:presLayoutVars>
          <dgm:animLvl val="lvl"/>
          <dgm:resizeHandles val="exact"/>
        </dgm:presLayoutVars>
      </dgm:prSet>
      <dgm:spPr/>
    </dgm:pt>
    <dgm:pt modelId="{2F6D809A-70F8-4CCA-B54E-266A1D1D7C5F}" type="pres">
      <dgm:prSet presAssocID="{93DAB5B6-6628-40C5-B373-7AC36E4F4340}" presName="parentText" presStyleLbl="node1" presStyleIdx="0" presStyleCnt="4">
        <dgm:presLayoutVars>
          <dgm:chMax val="0"/>
          <dgm:bulletEnabled val="1"/>
        </dgm:presLayoutVars>
      </dgm:prSet>
      <dgm:spPr/>
    </dgm:pt>
    <dgm:pt modelId="{B58E516E-041D-4F9E-AB53-2631F3800CC5}" type="pres">
      <dgm:prSet presAssocID="{7DAEF7B4-0AA6-4872-A7AA-0CCDFB12B24A}" presName="spacer" presStyleCnt="0"/>
      <dgm:spPr/>
    </dgm:pt>
    <dgm:pt modelId="{BAFDA8F2-F868-4EC7-B061-138DA976ECA4}" type="pres">
      <dgm:prSet presAssocID="{18E3B8CE-FF29-443D-89C9-D576E4E40FDE}" presName="parentText" presStyleLbl="node1" presStyleIdx="1" presStyleCnt="4">
        <dgm:presLayoutVars>
          <dgm:chMax val="0"/>
          <dgm:bulletEnabled val="1"/>
        </dgm:presLayoutVars>
      </dgm:prSet>
      <dgm:spPr/>
    </dgm:pt>
    <dgm:pt modelId="{64280524-AD11-4A06-984F-F89D1BCFA245}" type="pres">
      <dgm:prSet presAssocID="{3571F6CF-30B2-4788-95BE-965DF8501552}" presName="spacer" presStyleCnt="0"/>
      <dgm:spPr/>
    </dgm:pt>
    <dgm:pt modelId="{7D43AF02-0F05-411A-8206-463BE9F94F7F}" type="pres">
      <dgm:prSet presAssocID="{152C1BC8-6D29-4685-AA7B-B4B9001653B9}" presName="parentText" presStyleLbl="node1" presStyleIdx="2" presStyleCnt="4">
        <dgm:presLayoutVars>
          <dgm:chMax val="0"/>
          <dgm:bulletEnabled val="1"/>
        </dgm:presLayoutVars>
      </dgm:prSet>
      <dgm:spPr/>
    </dgm:pt>
    <dgm:pt modelId="{48858653-B5BC-4003-93B8-7B05E2A2AA8B}" type="pres">
      <dgm:prSet presAssocID="{3E97B2CE-3C01-4AF8-A302-1A3B1D1342F6}" presName="spacer" presStyleCnt="0"/>
      <dgm:spPr/>
    </dgm:pt>
    <dgm:pt modelId="{587C3087-A351-45E5-BCED-6EC808CDEA70}" type="pres">
      <dgm:prSet presAssocID="{F5BA1CCD-5D23-429D-A990-ABCCCBEAE63B}" presName="parentText" presStyleLbl="node1" presStyleIdx="3" presStyleCnt="4">
        <dgm:presLayoutVars>
          <dgm:chMax val="0"/>
          <dgm:bulletEnabled val="1"/>
        </dgm:presLayoutVars>
      </dgm:prSet>
      <dgm:spPr/>
    </dgm:pt>
  </dgm:ptLst>
  <dgm:cxnLst>
    <dgm:cxn modelId="{9EC86A3C-9903-4172-A20E-22787385CCD2}" type="presOf" srcId="{18E3B8CE-FF29-443D-89C9-D576E4E40FDE}" destId="{BAFDA8F2-F868-4EC7-B061-138DA976ECA4}" srcOrd="0" destOrd="0" presId="urn:microsoft.com/office/officeart/2005/8/layout/vList2"/>
    <dgm:cxn modelId="{A4DBF35D-6C12-4DCD-B2CC-9606BD65884D}" srcId="{AC706A92-655A-4E04-8C63-3230E26DF7FC}" destId="{18E3B8CE-FF29-443D-89C9-D576E4E40FDE}" srcOrd="1" destOrd="0" parTransId="{FC9E350B-7F35-49EC-B223-B79CC26F5136}" sibTransId="{3571F6CF-30B2-4788-95BE-965DF8501552}"/>
    <dgm:cxn modelId="{BF2EBE4D-96AF-4B0C-A633-87E1B09ADA8B}" srcId="{AC706A92-655A-4E04-8C63-3230E26DF7FC}" destId="{F5BA1CCD-5D23-429D-A990-ABCCCBEAE63B}" srcOrd="3" destOrd="0" parTransId="{FE2A3638-973E-4727-8453-9EB88E0ACBA1}" sibTransId="{4CF83332-004B-4660-89BB-0C7125D8D8F1}"/>
    <dgm:cxn modelId="{55817A72-D86E-47AA-9AF1-8F108B5299BA}" srcId="{AC706A92-655A-4E04-8C63-3230E26DF7FC}" destId="{93DAB5B6-6628-40C5-B373-7AC36E4F4340}" srcOrd="0" destOrd="0" parTransId="{056A9E8B-4029-4623-AF2A-9497D4636C65}" sibTransId="{7DAEF7B4-0AA6-4872-A7AA-0CCDFB12B24A}"/>
    <dgm:cxn modelId="{40965C53-4254-495A-A071-D5EF391965CB}" type="presOf" srcId="{F5BA1CCD-5D23-429D-A990-ABCCCBEAE63B}" destId="{587C3087-A351-45E5-BCED-6EC808CDEA70}" srcOrd="0" destOrd="0" presId="urn:microsoft.com/office/officeart/2005/8/layout/vList2"/>
    <dgm:cxn modelId="{35401688-02A2-4998-8864-8301C016716B}" type="presOf" srcId="{152C1BC8-6D29-4685-AA7B-B4B9001653B9}" destId="{7D43AF02-0F05-411A-8206-463BE9F94F7F}" srcOrd="0" destOrd="0" presId="urn:microsoft.com/office/officeart/2005/8/layout/vList2"/>
    <dgm:cxn modelId="{AB0B8A9F-A5F3-461B-B7A8-C7EF63143236}" srcId="{AC706A92-655A-4E04-8C63-3230E26DF7FC}" destId="{152C1BC8-6D29-4685-AA7B-B4B9001653B9}" srcOrd="2" destOrd="0" parTransId="{12388D3D-8644-4AAB-A13E-1F814AA3D400}" sibTransId="{3E97B2CE-3C01-4AF8-A302-1A3B1D1342F6}"/>
    <dgm:cxn modelId="{8BA1A1DB-BDE7-4B75-82FD-154D19FE755D}" type="presOf" srcId="{AC706A92-655A-4E04-8C63-3230E26DF7FC}" destId="{4883530D-055B-45D7-87F3-37BCD8BA807C}" srcOrd="0" destOrd="0" presId="urn:microsoft.com/office/officeart/2005/8/layout/vList2"/>
    <dgm:cxn modelId="{6AB8D2F2-395F-48F9-B54B-1B33A43E6BA8}" type="presOf" srcId="{93DAB5B6-6628-40C5-B373-7AC36E4F4340}" destId="{2F6D809A-70F8-4CCA-B54E-266A1D1D7C5F}" srcOrd="0" destOrd="0" presId="urn:microsoft.com/office/officeart/2005/8/layout/vList2"/>
    <dgm:cxn modelId="{79B023EC-2949-4A12-8B62-A4886E264541}" type="presParOf" srcId="{4883530D-055B-45D7-87F3-37BCD8BA807C}" destId="{2F6D809A-70F8-4CCA-B54E-266A1D1D7C5F}" srcOrd="0" destOrd="0" presId="urn:microsoft.com/office/officeart/2005/8/layout/vList2"/>
    <dgm:cxn modelId="{760B0259-CA53-4568-B352-1E77248D1651}" type="presParOf" srcId="{4883530D-055B-45D7-87F3-37BCD8BA807C}" destId="{B58E516E-041D-4F9E-AB53-2631F3800CC5}" srcOrd="1" destOrd="0" presId="urn:microsoft.com/office/officeart/2005/8/layout/vList2"/>
    <dgm:cxn modelId="{5FFDFEDB-FDE6-4BC5-935A-8AE081CDF972}" type="presParOf" srcId="{4883530D-055B-45D7-87F3-37BCD8BA807C}" destId="{BAFDA8F2-F868-4EC7-B061-138DA976ECA4}" srcOrd="2" destOrd="0" presId="urn:microsoft.com/office/officeart/2005/8/layout/vList2"/>
    <dgm:cxn modelId="{2B84D334-93B2-4972-8E8A-7317305B4B89}" type="presParOf" srcId="{4883530D-055B-45D7-87F3-37BCD8BA807C}" destId="{64280524-AD11-4A06-984F-F89D1BCFA245}" srcOrd="3" destOrd="0" presId="urn:microsoft.com/office/officeart/2005/8/layout/vList2"/>
    <dgm:cxn modelId="{4C814B78-B8F2-4882-9B52-23F9A34A9629}" type="presParOf" srcId="{4883530D-055B-45D7-87F3-37BCD8BA807C}" destId="{7D43AF02-0F05-411A-8206-463BE9F94F7F}" srcOrd="4" destOrd="0" presId="urn:microsoft.com/office/officeart/2005/8/layout/vList2"/>
    <dgm:cxn modelId="{4C524420-743B-4126-8319-9E7E9C306520}" type="presParOf" srcId="{4883530D-055B-45D7-87F3-37BCD8BA807C}" destId="{48858653-B5BC-4003-93B8-7B05E2A2AA8B}" srcOrd="5" destOrd="0" presId="urn:microsoft.com/office/officeart/2005/8/layout/vList2"/>
    <dgm:cxn modelId="{D6787BC1-6640-4DED-977E-BC61EAD20F22}" type="presParOf" srcId="{4883530D-055B-45D7-87F3-37BCD8BA807C}" destId="{587C3087-A351-45E5-BCED-6EC808CDEA70}"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978C19A-FC02-4965-9867-1D3682F1188D}"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4B337D5-A23C-4A32-B036-652F57454F7D}">
      <dgm:prSet/>
      <dgm:spPr/>
      <dgm:t>
        <a:bodyPr/>
        <a:lstStyle/>
        <a:p>
          <a:pPr>
            <a:defRPr cap="all"/>
          </a:pPr>
          <a:r>
            <a:rPr lang="en-US"/>
            <a:t>Addresses a real healthcare need</a:t>
          </a:r>
        </a:p>
      </dgm:t>
    </dgm:pt>
    <dgm:pt modelId="{91046B35-8160-4349-888F-3779C721B2EB}" type="parTrans" cxnId="{7797EDDC-75D5-4DDF-AA64-2EFA55FA87D0}">
      <dgm:prSet/>
      <dgm:spPr/>
      <dgm:t>
        <a:bodyPr/>
        <a:lstStyle/>
        <a:p>
          <a:endParaRPr lang="en-US"/>
        </a:p>
      </dgm:t>
    </dgm:pt>
    <dgm:pt modelId="{E07FA623-4931-4C31-879F-F44959305B93}" type="sibTrans" cxnId="{7797EDDC-75D5-4DDF-AA64-2EFA55FA87D0}">
      <dgm:prSet/>
      <dgm:spPr/>
      <dgm:t>
        <a:bodyPr/>
        <a:lstStyle/>
        <a:p>
          <a:endParaRPr lang="en-US"/>
        </a:p>
      </dgm:t>
    </dgm:pt>
    <dgm:pt modelId="{8A51837D-5CBE-4A8E-81FD-B680D1CDCFCB}">
      <dgm:prSet/>
      <dgm:spPr/>
      <dgm:t>
        <a:bodyPr/>
        <a:lstStyle/>
        <a:p>
          <a:pPr>
            <a:defRPr cap="all"/>
          </a:pPr>
          <a:r>
            <a:rPr lang="en-US"/>
            <a:t>Reduces operational risk</a:t>
          </a:r>
        </a:p>
      </dgm:t>
    </dgm:pt>
    <dgm:pt modelId="{82115311-F33B-4F3E-9306-0784E6C91F7A}" type="parTrans" cxnId="{40A3DF14-28B7-4943-8153-6A456A014D01}">
      <dgm:prSet/>
      <dgm:spPr/>
      <dgm:t>
        <a:bodyPr/>
        <a:lstStyle/>
        <a:p>
          <a:endParaRPr lang="en-US"/>
        </a:p>
      </dgm:t>
    </dgm:pt>
    <dgm:pt modelId="{0EDBB5F8-F3A5-4B8A-8011-DF09EBC1481E}" type="sibTrans" cxnId="{40A3DF14-28B7-4943-8153-6A456A014D01}">
      <dgm:prSet/>
      <dgm:spPr/>
      <dgm:t>
        <a:bodyPr/>
        <a:lstStyle/>
        <a:p>
          <a:endParaRPr lang="en-US"/>
        </a:p>
      </dgm:t>
    </dgm:pt>
    <dgm:pt modelId="{60EAA3FE-29A3-4C6B-90AB-0FC727CE8A90}">
      <dgm:prSet/>
      <dgm:spPr/>
      <dgm:t>
        <a:bodyPr/>
        <a:lstStyle/>
        <a:p>
          <a:pPr>
            <a:defRPr cap="all"/>
          </a:pPr>
          <a:r>
            <a:rPr lang="en-US"/>
            <a:t>Enables future analytics and AI</a:t>
          </a:r>
        </a:p>
      </dgm:t>
    </dgm:pt>
    <dgm:pt modelId="{781EC96E-29BA-436D-907F-39621A94D3D4}" type="parTrans" cxnId="{6F2418F7-F170-48F9-8679-A61F86FD5C80}">
      <dgm:prSet/>
      <dgm:spPr/>
      <dgm:t>
        <a:bodyPr/>
        <a:lstStyle/>
        <a:p>
          <a:endParaRPr lang="en-US"/>
        </a:p>
      </dgm:t>
    </dgm:pt>
    <dgm:pt modelId="{20DD5543-4269-43EF-9C9E-E1673E028F62}" type="sibTrans" cxnId="{6F2418F7-F170-48F9-8679-A61F86FD5C80}">
      <dgm:prSet/>
      <dgm:spPr/>
      <dgm:t>
        <a:bodyPr/>
        <a:lstStyle/>
        <a:p>
          <a:endParaRPr lang="en-US"/>
        </a:p>
      </dgm:t>
    </dgm:pt>
    <dgm:pt modelId="{E1B66744-6817-4C23-B058-18F72BA4D0FA}">
      <dgm:prSet/>
      <dgm:spPr/>
      <dgm:t>
        <a:bodyPr/>
        <a:lstStyle/>
        <a:p>
          <a:pPr>
            <a:defRPr cap="all"/>
          </a:pPr>
          <a:r>
            <a:rPr lang="en-US"/>
            <a:t>Aligned with CRISP-DM best practices</a:t>
          </a:r>
        </a:p>
      </dgm:t>
    </dgm:pt>
    <dgm:pt modelId="{11C7FF5B-4E68-4AE6-860E-B8311AB87801}" type="parTrans" cxnId="{8A4AC248-2D20-475E-B9E7-08066783EE40}">
      <dgm:prSet/>
      <dgm:spPr/>
      <dgm:t>
        <a:bodyPr/>
        <a:lstStyle/>
        <a:p>
          <a:endParaRPr lang="en-US"/>
        </a:p>
      </dgm:t>
    </dgm:pt>
    <dgm:pt modelId="{F4196372-9CF6-4A95-BAB3-9E469D49DED4}" type="sibTrans" cxnId="{8A4AC248-2D20-475E-B9E7-08066783EE40}">
      <dgm:prSet/>
      <dgm:spPr/>
      <dgm:t>
        <a:bodyPr/>
        <a:lstStyle/>
        <a:p>
          <a:endParaRPr lang="en-US"/>
        </a:p>
      </dgm:t>
    </dgm:pt>
    <dgm:pt modelId="{A7563A8A-C395-4389-A2F7-D0E734BDCB0F}" type="pres">
      <dgm:prSet presAssocID="{C978C19A-FC02-4965-9867-1D3682F1188D}" presName="root" presStyleCnt="0">
        <dgm:presLayoutVars>
          <dgm:dir/>
          <dgm:resizeHandles val="exact"/>
        </dgm:presLayoutVars>
      </dgm:prSet>
      <dgm:spPr/>
    </dgm:pt>
    <dgm:pt modelId="{CFE7CCC9-2400-4186-95C0-262879D026F0}" type="pres">
      <dgm:prSet presAssocID="{64B337D5-A23C-4A32-B036-652F57454F7D}" presName="compNode" presStyleCnt="0"/>
      <dgm:spPr/>
    </dgm:pt>
    <dgm:pt modelId="{D4715CA5-5BCF-43AB-B851-CD1DF2144066}" type="pres">
      <dgm:prSet presAssocID="{64B337D5-A23C-4A32-B036-652F57454F7D}" presName="iconBgRect" presStyleLbl="bgShp" presStyleIdx="0" presStyleCnt="4"/>
      <dgm:spPr>
        <a:prstGeom prst="round2DiagRect">
          <a:avLst>
            <a:gd name="adj1" fmla="val 29727"/>
            <a:gd name="adj2" fmla="val 0"/>
          </a:avLst>
        </a:prstGeom>
      </dgm:spPr>
    </dgm:pt>
    <dgm:pt modelId="{32E0B28B-B9E3-44DF-8204-F30457301D4D}" type="pres">
      <dgm:prSet presAssocID="{64B337D5-A23C-4A32-B036-652F57454F7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50BF341E-DFFB-45BC-B20C-9668FE3543C9}" type="pres">
      <dgm:prSet presAssocID="{64B337D5-A23C-4A32-B036-652F57454F7D}" presName="spaceRect" presStyleCnt="0"/>
      <dgm:spPr/>
    </dgm:pt>
    <dgm:pt modelId="{5373C427-A154-440C-8E92-20EE2F996016}" type="pres">
      <dgm:prSet presAssocID="{64B337D5-A23C-4A32-B036-652F57454F7D}" presName="textRect" presStyleLbl="revTx" presStyleIdx="0" presStyleCnt="4">
        <dgm:presLayoutVars>
          <dgm:chMax val="1"/>
          <dgm:chPref val="1"/>
        </dgm:presLayoutVars>
      </dgm:prSet>
      <dgm:spPr/>
    </dgm:pt>
    <dgm:pt modelId="{19995C76-4592-489F-B0DE-EC5D9366C862}" type="pres">
      <dgm:prSet presAssocID="{E07FA623-4931-4C31-879F-F44959305B93}" presName="sibTrans" presStyleCnt="0"/>
      <dgm:spPr/>
    </dgm:pt>
    <dgm:pt modelId="{1E237E68-9635-4CA0-A64F-095A68695A91}" type="pres">
      <dgm:prSet presAssocID="{8A51837D-5CBE-4A8E-81FD-B680D1CDCFCB}" presName="compNode" presStyleCnt="0"/>
      <dgm:spPr/>
    </dgm:pt>
    <dgm:pt modelId="{F97294F1-A95D-46B6-9C44-6AA59E2E6C23}" type="pres">
      <dgm:prSet presAssocID="{8A51837D-5CBE-4A8E-81FD-B680D1CDCFCB}" presName="iconBgRect" presStyleLbl="bgShp" presStyleIdx="1" presStyleCnt="4"/>
      <dgm:spPr>
        <a:prstGeom prst="round2DiagRect">
          <a:avLst>
            <a:gd name="adj1" fmla="val 29727"/>
            <a:gd name="adj2" fmla="val 0"/>
          </a:avLst>
        </a:prstGeom>
      </dgm:spPr>
    </dgm:pt>
    <dgm:pt modelId="{0F7C8F1C-1997-4D11-A7FC-52106D581C52}" type="pres">
      <dgm:prSet presAssocID="{8A51837D-5CBE-4A8E-81FD-B680D1CDCFC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64E047BC-D41C-4797-8298-AD927C6F8753}" type="pres">
      <dgm:prSet presAssocID="{8A51837D-5CBE-4A8E-81FD-B680D1CDCFCB}" presName="spaceRect" presStyleCnt="0"/>
      <dgm:spPr/>
    </dgm:pt>
    <dgm:pt modelId="{635969CC-9B64-4BD1-8111-A545835188DA}" type="pres">
      <dgm:prSet presAssocID="{8A51837D-5CBE-4A8E-81FD-B680D1CDCFCB}" presName="textRect" presStyleLbl="revTx" presStyleIdx="1" presStyleCnt="4">
        <dgm:presLayoutVars>
          <dgm:chMax val="1"/>
          <dgm:chPref val="1"/>
        </dgm:presLayoutVars>
      </dgm:prSet>
      <dgm:spPr/>
    </dgm:pt>
    <dgm:pt modelId="{9CBD20DA-A923-48F5-96CC-F8CD00CCD216}" type="pres">
      <dgm:prSet presAssocID="{0EDBB5F8-F3A5-4B8A-8011-DF09EBC1481E}" presName="sibTrans" presStyleCnt="0"/>
      <dgm:spPr/>
    </dgm:pt>
    <dgm:pt modelId="{FF17B4EC-DFFC-4C7C-B7D5-E7DF23470F88}" type="pres">
      <dgm:prSet presAssocID="{60EAA3FE-29A3-4C6B-90AB-0FC727CE8A90}" presName="compNode" presStyleCnt="0"/>
      <dgm:spPr/>
    </dgm:pt>
    <dgm:pt modelId="{44B6BB37-89B3-4309-A95F-21B85DA04A3B}" type="pres">
      <dgm:prSet presAssocID="{60EAA3FE-29A3-4C6B-90AB-0FC727CE8A90}" presName="iconBgRect" presStyleLbl="bgShp" presStyleIdx="2" presStyleCnt="4"/>
      <dgm:spPr>
        <a:prstGeom prst="round2DiagRect">
          <a:avLst>
            <a:gd name="adj1" fmla="val 29727"/>
            <a:gd name="adj2" fmla="val 0"/>
          </a:avLst>
        </a:prstGeom>
      </dgm:spPr>
    </dgm:pt>
    <dgm:pt modelId="{2DA1C4DD-8759-4AD7-8C42-85F52509B6B6}" type="pres">
      <dgm:prSet presAssocID="{60EAA3FE-29A3-4C6B-90AB-0FC727CE8A9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5379C8DE-FC82-4807-A5F8-9BA96A715D1E}" type="pres">
      <dgm:prSet presAssocID="{60EAA3FE-29A3-4C6B-90AB-0FC727CE8A90}" presName="spaceRect" presStyleCnt="0"/>
      <dgm:spPr/>
    </dgm:pt>
    <dgm:pt modelId="{1F270B35-D046-4630-8D77-01CDEACA2515}" type="pres">
      <dgm:prSet presAssocID="{60EAA3FE-29A3-4C6B-90AB-0FC727CE8A90}" presName="textRect" presStyleLbl="revTx" presStyleIdx="2" presStyleCnt="4">
        <dgm:presLayoutVars>
          <dgm:chMax val="1"/>
          <dgm:chPref val="1"/>
        </dgm:presLayoutVars>
      </dgm:prSet>
      <dgm:spPr/>
    </dgm:pt>
    <dgm:pt modelId="{DBE05CD6-46E8-47AC-BBDE-E50A613A22FB}" type="pres">
      <dgm:prSet presAssocID="{20DD5543-4269-43EF-9C9E-E1673E028F62}" presName="sibTrans" presStyleCnt="0"/>
      <dgm:spPr/>
    </dgm:pt>
    <dgm:pt modelId="{632F2342-F74A-49D1-984D-99C6B5ACE893}" type="pres">
      <dgm:prSet presAssocID="{E1B66744-6817-4C23-B058-18F72BA4D0FA}" presName="compNode" presStyleCnt="0"/>
      <dgm:spPr/>
    </dgm:pt>
    <dgm:pt modelId="{C12ED3C7-BC00-46D0-84FF-AF8F36CA864B}" type="pres">
      <dgm:prSet presAssocID="{E1B66744-6817-4C23-B058-18F72BA4D0FA}" presName="iconBgRect" presStyleLbl="bgShp" presStyleIdx="3" presStyleCnt="4"/>
      <dgm:spPr>
        <a:prstGeom prst="round2DiagRect">
          <a:avLst>
            <a:gd name="adj1" fmla="val 29727"/>
            <a:gd name="adj2" fmla="val 0"/>
          </a:avLst>
        </a:prstGeom>
      </dgm:spPr>
    </dgm:pt>
    <dgm:pt modelId="{A932AC47-3E9E-4280-8FFD-FAA072B7205F}" type="pres">
      <dgm:prSet presAssocID="{E1B66744-6817-4C23-B058-18F72BA4D0F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1AE8CF0C-A334-43CA-804A-E8C511AD2A44}" type="pres">
      <dgm:prSet presAssocID="{E1B66744-6817-4C23-B058-18F72BA4D0FA}" presName="spaceRect" presStyleCnt="0"/>
      <dgm:spPr/>
    </dgm:pt>
    <dgm:pt modelId="{1FBA1F7F-D365-4958-80F8-DAD16E92A9B6}" type="pres">
      <dgm:prSet presAssocID="{E1B66744-6817-4C23-B058-18F72BA4D0FA}" presName="textRect" presStyleLbl="revTx" presStyleIdx="3" presStyleCnt="4">
        <dgm:presLayoutVars>
          <dgm:chMax val="1"/>
          <dgm:chPref val="1"/>
        </dgm:presLayoutVars>
      </dgm:prSet>
      <dgm:spPr/>
    </dgm:pt>
  </dgm:ptLst>
  <dgm:cxnLst>
    <dgm:cxn modelId="{40A3DF14-28B7-4943-8153-6A456A014D01}" srcId="{C978C19A-FC02-4965-9867-1D3682F1188D}" destId="{8A51837D-5CBE-4A8E-81FD-B680D1CDCFCB}" srcOrd="1" destOrd="0" parTransId="{82115311-F33B-4F3E-9306-0784E6C91F7A}" sibTransId="{0EDBB5F8-F3A5-4B8A-8011-DF09EBC1481E}"/>
    <dgm:cxn modelId="{8642A71A-B989-47C2-8581-E7C600B23F68}" type="presOf" srcId="{E1B66744-6817-4C23-B058-18F72BA4D0FA}" destId="{1FBA1F7F-D365-4958-80F8-DAD16E92A9B6}" srcOrd="0" destOrd="0" presId="urn:microsoft.com/office/officeart/2018/5/layout/IconLeafLabelList"/>
    <dgm:cxn modelId="{C79CED3E-272F-4543-B657-F685862AF995}" type="presOf" srcId="{C978C19A-FC02-4965-9867-1D3682F1188D}" destId="{A7563A8A-C395-4389-A2F7-D0E734BDCB0F}" srcOrd="0" destOrd="0" presId="urn:microsoft.com/office/officeart/2018/5/layout/IconLeafLabelList"/>
    <dgm:cxn modelId="{8A4AC248-2D20-475E-B9E7-08066783EE40}" srcId="{C978C19A-FC02-4965-9867-1D3682F1188D}" destId="{E1B66744-6817-4C23-B058-18F72BA4D0FA}" srcOrd="3" destOrd="0" parTransId="{11C7FF5B-4E68-4AE6-860E-B8311AB87801}" sibTransId="{F4196372-9CF6-4A95-BAB3-9E469D49DED4}"/>
    <dgm:cxn modelId="{7BAE2370-67B7-4CCD-ACBB-BA3510CC9BD3}" type="presOf" srcId="{60EAA3FE-29A3-4C6B-90AB-0FC727CE8A90}" destId="{1F270B35-D046-4630-8D77-01CDEACA2515}" srcOrd="0" destOrd="0" presId="urn:microsoft.com/office/officeart/2018/5/layout/IconLeafLabelList"/>
    <dgm:cxn modelId="{71AD08A8-BCFB-4AFC-99C2-6E67D6009E49}" type="presOf" srcId="{64B337D5-A23C-4A32-B036-652F57454F7D}" destId="{5373C427-A154-440C-8E92-20EE2F996016}" srcOrd="0" destOrd="0" presId="urn:microsoft.com/office/officeart/2018/5/layout/IconLeafLabelList"/>
    <dgm:cxn modelId="{1F015FCD-D3DE-4BB6-B709-7A602B252239}" type="presOf" srcId="{8A51837D-5CBE-4A8E-81FD-B680D1CDCFCB}" destId="{635969CC-9B64-4BD1-8111-A545835188DA}" srcOrd="0" destOrd="0" presId="urn:microsoft.com/office/officeart/2018/5/layout/IconLeafLabelList"/>
    <dgm:cxn modelId="{7797EDDC-75D5-4DDF-AA64-2EFA55FA87D0}" srcId="{C978C19A-FC02-4965-9867-1D3682F1188D}" destId="{64B337D5-A23C-4A32-B036-652F57454F7D}" srcOrd="0" destOrd="0" parTransId="{91046B35-8160-4349-888F-3779C721B2EB}" sibTransId="{E07FA623-4931-4C31-879F-F44959305B93}"/>
    <dgm:cxn modelId="{6F2418F7-F170-48F9-8679-A61F86FD5C80}" srcId="{C978C19A-FC02-4965-9867-1D3682F1188D}" destId="{60EAA3FE-29A3-4C6B-90AB-0FC727CE8A90}" srcOrd="2" destOrd="0" parTransId="{781EC96E-29BA-436D-907F-39621A94D3D4}" sibTransId="{20DD5543-4269-43EF-9C9E-E1673E028F62}"/>
    <dgm:cxn modelId="{46887FB7-0CB6-43CA-A4FC-5A21E30DDF80}" type="presParOf" srcId="{A7563A8A-C395-4389-A2F7-D0E734BDCB0F}" destId="{CFE7CCC9-2400-4186-95C0-262879D026F0}" srcOrd="0" destOrd="0" presId="urn:microsoft.com/office/officeart/2018/5/layout/IconLeafLabelList"/>
    <dgm:cxn modelId="{9E203AF3-63ED-441E-8052-B518D9A2AF72}" type="presParOf" srcId="{CFE7CCC9-2400-4186-95C0-262879D026F0}" destId="{D4715CA5-5BCF-43AB-B851-CD1DF2144066}" srcOrd="0" destOrd="0" presId="urn:microsoft.com/office/officeart/2018/5/layout/IconLeafLabelList"/>
    <dgm:cxn modelId="{A6554DAE-CB5A-43A9-9021-2ED8F8FE0459}" type="presParOf" srcId="{CFE7CCC9-2400-4186-95C0-262879D026F0}" destId="{32E0B28B-B9E3-44DF-8204-F30457301D4D}" srcOrd="1" destOrd="0" presId="urn:microsoft.com/office/officeart/2018/5/layout/IconLeafLabelList"/>
    <dgm:cxn modelId="{AD3E91A4-5B6E-4ABA-8207-152F4BB6D231}" type="presParOf" srcId="{CFE7CCC9-2400-4186-95C0-262879D026F0}" destId="{50BF341E-DFFB-45BC-B20C-9668FE3543C9}" srcOrd="2" destOrd="0" presId="urn:microsoft.com/office/officeart/2018/5/layout/IconLeafLabelList"/>
    <dgm:cxn modelId="{D9029FC6-573F-4E3F-B8B9-F97415563851}" type="presParOf" srcId="{CFE7CCC9-2400-4186-95C0-262879D026F0}" destId="{5373C427-A154-440C-8E92-20EE2F996016}" srcOrd="3" destOrd="0" presId="urn:microsoft.com/office/officeart/2018/5/layout/IconLeafLabelList"/>
    <dgm:cxn modelId="{EA84B723-F43B-48C6-9560-A823E8BC3E57}" type="presParOf" srcId="{A7563A8A-C395-4389-A2F7-D0E734BDCB0F}" destId="{19995C76-4592-489F-B0DE-EC5D9366C862}" srcOrd="1" destOrd="0" presId="urn:microsoft.com/office/officeart/2018/5/layout/IconLeafLabelList"/>
    <dgm:cxn modelId="{74DE39F2-F4B8-4F66-B390-46D8F96BDC9F}" type="presParOf" srcId="{A7563A8A-C395-4389-A2F7-D0E734BDCB0F}" destId="{1E237E68-9635-4CA0-A64F-095A68695A91}" srcOrd="2" destOrd="0" presId="urn:microsoft.com/office/officeart/2018/5/layout/IconLeafLabelList"/>
    <dgm:cxn modelId="{D813574A-64C3-498E-9401-3A04A38435CF}" type="presParOf" srcId="{1E237E68-9635-4CA0-A64F-095A68695A91}" destId="{F97294F1-A95D-46B6-9C44-6AA59E2E6C23}" srcOrd="0" destOrd="0" presId="urn:microsoft.com/office/officeart/2018/5/layout/IconLeafLabelList"/>
    <dgm:cxn modelId="{3EBD1820-903D-41E7-84E8-3806294588C1}" type="presParOf" srcId="{1E237E68-9635-4CA0-A64F-095A68695A91}" destId="{0F7C8F1C-1997-4D11-A7FC-52106D581C52}" srcOrd="1" destOrd="0" presId="urn:microsoft.com/office/officeart/2018/5/layout/IconLeafLabelList"/>
    <dgm:cxn modelId="{645DF6CE-B25F-469A-A8AF-EB2A91741021}" type="presParOf" srcId="{1E237E68-9635-4CA0-A64F-095A68695A91}" destId="{64E047BC-D41C-4797-8298-AD927C6F8753}" srcOrd="2" destOrd="0" presId="urn:microsoft.com/office/officeart/2018/5/layout/IconLeafLabelList"/>
    <dgm:cxn modelId="{F04A82B2-6752-4C99-86E6-DE8DCD97961F}" type="presParOf" srcId="{1E237E68-9635-4CA0-A64F-095A68695A91}" destId="{635969CC-9B64-4BD1-8111-A545835188DA}" srcOrd="3" destOrd="0" presId="urn:microsoft.com/office/officeart/2018/5/layout/IconLeafLabelList"/>
    <dgm:cxn modelId="{E1D8BAA7-73F9-4294-9175-9BFFC5D74478}" type="presParOf" srcId="{A7563A8A-C395-4389-A2F7-D0E734BDCB0F}" destId="{9CBD20DA-A923-48F5-96CC-F8CD00CCD216}" srcOrd="3" destOrd="0" presId="urn:microsoft.com/office/officeart/2018/5/layout/IconLeafLabelList"/>
    <dgm:cxn modelId="{E3015B86-2BF5-42A2-B6C9-918095F1C95E}" type="presParOf" srcId="{A7563A8A-C395-4389-A2F7-D0E734BDCB0F}" destId="{FF17B4EC-DFFC-4C7C-B7D5-E7DF23470F88}" srcOrd="4" destOrd="0" presId="urn:microsoft.com/office/officeart/2018/5/layout/IconLeafLabelList"/>
    <dgm:cxn modelId="{5311743C-A8E8-4CE6-A6B6-2858B61FF238}" type="presParOf" srcId="{FF17B4EC-DFFC-4C7C-B7D5-E7DF23470F88}" destId="{44B6BB37-89B3-4309-A95F-21B85DA04A3B}" srcOrd="0" destOrd="0" presId="urn:microsoft.com/office/officeart/2018/5/layout/IconLeafLabelList"/>
    <dgm:cxn modelId="{F15B84AB-8B87-4708-B9DD-4110DACCF000}" type="presParOf" srcId="{FF17B4EC-DFFC-4C7C-B7D5-E7DF23470F88}" destId="{2DA1C4DD-8759-4AD7-8C42-85F52509B6B6}" srcOrd="1" destOrd="0" presId="urn:microsoft.com/office/officeart/2018/5/layout/IconLeafLabelList"/>
    <dgm:cxn modelId="{FD652C50-EA7A-428D-9195-F89800EC6DE4}" type="presParOf" srcId="{FF17B4EC-DFFC-4C7C-B7D5-E7DF23470F88}" destId="{5379C8DE-FC82-4807-A5F8-9BA96A715D1E}" srcOrd="2" destOrd="0" presId="urn:microsoft.com/office/officeart/2018/5/layout/IconLeafLabelList"/>
    <dgm:cxn modelId="{2FCB22DA-DB56-4CF3-A383-C222791759C9}" type="presParOf" srcId="{FF17B4EC-DFFC-4C7C-B7D5-E7DF23470F88}" destId="{1F270B35-D046-4630-8D77-01CDEACA2515}" srcOrd="3" destOrd="0" presId="urn:microsoft.com/office/officeart/2018/5/layout/IconLeafLabelList"/>
    <dgm:cxn modelId="{EF49647C-C591-4F23-B9A3-FF033C6D3977}" type="presParOf" srcId="{A7563A8A-C395-4389-A2F7-D0E734BDCB0F}" destId="{DBE05CD6-46E8-47AC-BBDE-E50A613A22FB}" srcOrd="5" destOrd="0" presId="urn:microsoft.com/office/officeart/2018/5/layout/IconLeafLabelList"/>
    <dgm:cxn modelId="{492E67B8-25C4-4B5B-85D9-609E0ED31FA0}" type="presParOf" srcId="{A7563A8A-C395-4389-A2F7-D0E734BDCB0F}" destId="{632F2342-F74A-49D1-984D-99C6B5ACE893}" srcOrd="6" destOrd="0" presId="urn:microsoft.com/office/officeart/2018/5/layout/IconLeafLabelList"/>
    <dgm:cxn modelId="{FA8EE164-4C74-4692-923B-62481E22AD6E}" type="presParOf" srcId="{632F2342-F74A-49D1-984D-99C6B5ACE893}" destId="{C12ED3C7-BC00-46D0-84FF-AF8F36CA864B}" srcOrd="0" destOrd="0" presId="urn:microsoft.com/office/officeart/2018/5/layout/IconLeafLabelList"/>
    <dgm:cxn modelId="{F82860A0-AA48-4A8B-A953-60D6A52348D0}" type="presParOf" srcId="{632F2342-F74A-49D1-984D-99C6B5ACE893}" destId="{A932AC47-3E9E-4280-8FFD-FAA072B7205F}" srcOrd="1" destOrd="0" presId="urn:microsoft.com/office/officeart/2018/5/layout/IconLeafLabelList"/>
    <dgm:cxn modelId="{C7ABC153-385E-4A71-B75D-78DA5233AAC6}" type="presParOf" srcId="{632F2342-F74A-49D1-984D-99C6B5ACE893}" destId="{1AE8CF0C-A334-43CA-804A-E8C511AD2A44}" srcOrd="2" destOrd="0" presId="urn:microsoft.com/office/officeart/2018/5/layout/IconLeafLabelList"/>
    <dgm:cxn modelId="{85675BBC-ECD7-49AB-9056-B55849701D66}" type="presParOf" srcId="{632F2342-F74A-49D1-984D-99C6B5ACE893}" destId="{1FBA1F7F-D365-4958-80F8-DAD16E92A9B6}"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33F098A-E083-482C-B0DA-566B34DFD959}"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ACA3531-4D7E-4135-A2E6-A2F816EEA1D8}">
      <dgm:prSet/>
      <dgm:spPr/>
      <dgm:t>
        <a:bodyPr/>
        <a:lstStyle/>
        <a:p>
          <a:pPr>
            <a:defRPr cap="all"/>
          </a:pPr>
          <a:r>
            <a:rPr lang="en-US"/>
            <a:t>Pilot-based deployment</a:t>
          </a:r>
        </a:p>
      </dgm:t>
    </dgm:pt>
    <dgm:pt modelId="{8B80DDB5-2D52-4AA0-B956-0C6E0C4CDAC2}" type="parTrans" cxnId="{D3065A2B-CF3C-4BF1-8A5A-2C614BFC2FAD}">
      <dgm:prSet/>
      <dgm:spPr/>
      <dgm:t>
        <a:bodyPr/>
        <a:lstStyle/>
        <a:p>
          <a:endParaRPr lang="en-US"/>
        </a:p>
      </dgm:t>
    </dgm:pt>
    <dgm:pt modelId="{EA7FF02E-5EE5-4208-9D3E-741E620985EE}" type="sibTrans" cxnId="{D3065A2B-CF3C-4BF1-8A5A-2C614BFC2FAD}">
      <dgm:prSet/>
      <dgm:spPr/>
      <dgm:t>
        <a:bodyPr/>
        <a:lstStyle/>
        <a:p>
          <a:endParaRPr lang="en-US"/>
        </a:p>
      </dgm:t>
    </dgm:pt>
    <dgm:pt modelId="{52D1E29B-ACDC-4D65-8478-3B231FCFC05E}">
      <dgm:prSet/>
      <dgm:spPr/>
      <dgm:t>
        <a:bodyPr/>
        <a:lstStyle/>
        <a:p>
          <a:pPr>
            <a:defRPr cap="all"/>
          </a:pPr>
          <a:r>
            <a:rPr lang="en-US"/>
            <a:t>Incremental digitization strategy</a:t>
          </a:r>
        </a:p>
      </dgm:t>
    </dgm:pt>
    <dgm:pt modelId="{A29C2341-C0BE-4DED-9F4F-6C1A3EA01F28}" type="parTrans" cxnId="{DCFC5A17-E534-440C-9BFD-37D7F1D2F704}">
      <dgm:prSet/>
      <dgm:spPr/>
      <dgm:t>
        <a:bodyPr/>
        <a:lstStyle/>
        <a:p>
          <a:endParaRPr lang="en-US"/>
        </a:p>
      </dgm:t>
    </dgm:pt>
    <dgm:pt modelId="{8C553C7A-E1AF-4F61-9F49-E608D7AE00BE}" type="sibTrans" cxnId="{DCFC5A17-E534-440C-9BFD-37D7F1D2F704}">
      <dgm:prSet/>
      <dgm:spPr/>
      <dgm:t>
        <a:bodyPr/>
        <a:lstStyle/>
        <a:p>
          <a:endParaRPr lang="en-US"/>
        </a:p>
      </dgm:t>
    </dgm:pt>
    <dgm:pt modelId="{CBB3E72A-3578-4917-BCD4-224056F1A9AC}">
      <dgm:prSet/>
      <dgm:spPr/>
      <dgm:t>
        <a:bodyPr/>
        <a:lstStyle/>
        <a:p>
          <a:pPr>
            <a:defRPr cap="all"/>
          </a:pPr>
          <a:r>
            <a:rPr lang="en-US"/>
            <a:t>Feedback-driven improvement</a:t>
          </a:r>
        </a:p>
      </dgm:t>
    </dgm:pt>
    <dgm:pt modelId="{5AB7D7BA-FAF3-4369-A591-ED77470EAD93}" type="parTrans" cxnId="{66041401-C622-4154-8DC5-262D093C8175}">
      <dgm:prSet/>
      <dgm:spPr/>
      <dgm:t>
        <a:bodyPr/>
        <a:lstStyle/>
        <a:p>
          <a:endParaRPr lang="en-US"/>
        </a:p>
      </dgm:t>
    </dgm:pt>
    <dgm:pt modelId="{DBB420CB-182B-4285-9FEE-BDF42281CCBF}" type="sibTrans" cxnId="{66041401-C622-4154-8DC5-262D093C8175}">
      <dgm:prSet/>
      <dgm:spPr/>
      <dgm:t>
        <a:bodyPr/>
        <a:lstStyle/>
        <a:p>
          <a:endParaRPr lang="en-US"/>
        </a:p>
      </dgm:t>
    </dgm:pt>
    <dgm:pt modelId="{6D57E849-3BA6-4F99-A585-FE3D23A513C6}">
      <dgm:prSet/>
      <dgm:spPr/>
      <dgm:t>
        <a:bodyPr/>
        <a:lstStyle/>
        <a:p>
          <a:pPr>
            <a:defRPr cap="all"/>
          </a:pPr>
          <a:r>
            <a:rPr lang="en-US"/>
            <a:t>Scalable rolloutSpeaker Notes</a:t>
          </a:r>
        </a:p>
      </dgm:t>
    </dgm:pt>
    <dgm:pt modelId="{3E66BD8E-75B9-412E-80BF-9B4929836D48}" type="parTrans" cxnId="{E3B753BE-230C-4964-B7F0-4D500462396E}">
      <dgm:prSet/>
      <dgm:spPr/>
      <dgm:t>
        <a:bodyPr/>
        <a:lstStyle/>
        <a:p>
          <a:endParaRPr lang="en-US"/>
        </a:p>
      </dgm:t>
    </dgm:pt>
    <dgm:pt modelId="{38DCF92A-2157-41D9-A05A-0E214FA95E5E}" type="sibTrans" cxnId="{E3B753BE-230C-4964-B7F0-4D500462396E}">
      <dgm:prSet/>
      <dgm:spPr/>
      <dgm:t>
        <a:bodyPr/>
        <a:lstStyle/>
        <a:p>
          <a:endParaRPr lang="en-US"/>
        </a:p>
      </dgm:t>
    </dgm:pt>
    <dgm:pt modelId="{0BDFB367-0F6D-4BD9-8573-58983F291EA0}" type="pres">
      <dgm:prSet presAssocID="{633F098A-E083-482C-B0DA-566B34DFD959}" presName="root" presStyleCnt="0">
        <dgm:presLayoutVars>
          <dgm:dir/>
          <dgm:resizeHandles val="exact"/>
        </dgm:presLayoutVars>
      </dgm:prSet>
      <dgm:spPr/>
    </dgm:pt>
    <dgm:pt modelId="{000E00C2-7FE3-4858-954C-A0C161176C06}" type="pres">
      <dgm:prSet presAssocID="{BACA3531-4D7E-4135-A2E6-A2F816EEA1D8}" presName="compNode" presStyleCnt="0"/>
      <dgm:spPr/>
    </dgm:pt>
    <dgm:pt modelId="{F96171A1-4675-4B10-A61B-22A97A6FF027}" type="pres">
      <dgm:prSet presAssocID="{BACA3531-4D7E-4135-A2E6-A2F816EEA1D8}" presName="iconBgRect" presStyleLbl="bgShp" presStyleIdx="0" presStyleCnt="4"/>
      <dgm:spPr>
        <a:prstGeom prst="round2DiagRect">
          <a:avLst>
            <a:gd name="adj1" fmla="val 29727"/>
            <a:gd name="adj2" fmla="val 0"/>
          </a:avLst>
        </a:prstGeom>
      </dgm:spPr>
    </dgm:pt>
    <dgm:pt modelId="{B2E0F758-8657-47A7-935B-34AA2CE4BBEA}" type="pres">
      <dgm:prSet presAssocID="{BACA3531-4D7E-4135-A2E6-A2F816EEA1D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icopter"/>
        </a:ext>
      </dgm:extLst>
    </dgm:pt>
    <dgm:pt modelId="{B365B727-EABC-4865-B707-D142ABCE3213}" type="pres">
      <dgm:prSet presAssocID="{BACA3531-4D7E-4135-A2E6-A2F816EEA1D8}" presName="spaceRect" presStyleCnt="0"/>
      <dgm:spPr/>
    </dgm:pt>
    <dgm:pt modelId="{9BC13834-BF6A-4A0C-AA83-6494CF541771}" type="pres">
      <dgm:prSet presAssocID="{BACA3531-4D7E-4135-A2E6-A2F816EEA1D8}" presName="textRect" presStyleLbl="revTx" presStyleIdx="0" presStyleCnt="4">
        <dgm:presLayoutVars>
          <dgm:chMax val="1"/>
          <dgm:chPref val="1"/>
        </dgm:presLayoutVars>
      </dgm:prSet>
      <dgm:spPr/>
    </dgm:pt>
    <dgm:pt modelId="{067A3140-AE1D-4232-882C-53DE3700C179}" type="pres">
      <dgm:prSet presAssocID="{EA7FF02E-5EE5-4208-9D3E-741E620985EE}" presName="sibTrans" presStyleCnt="0"/>
      <dgm:spPr/>
    </dgm:pt>
    <dgm:pt modelId="{2BA687E5-ED1E-43CB-9273-7D03A8A108C8}" type="pres">
      <dgm:prSet presAssocID="{52D1E29B-ACDC-4D65-8478-3B231FCFC05E}" presName="compNode" presStyleCnt="0"/>
      <dgm:spPr/>
    </dgm:pt>
    <dgm:pt modelId="{C02890B0-F251-4CC9-84FE-ED914CED04BC}" type="pres">
      <dgm:prSet presAssocID="{52D1E29B-ACDC-4D65-8478-3B231FCFC05E}" presName="iconBgRect" presStyleLbl="bgShp" presStyleIdx="1" presStyleCnt="4"/>
      <dgm:spPr>
        <a:prstGeom prst="round2DiagRect">
          <a:avLst>
            <a:gd name="adj1" fmla="val 29727"/>
            <a:gd name="adj2" fmla="val 0"/>
          </a:avLst>
        </a:prstGeom>
      </dgm:spPr>
    </dgm:pt>
    <dgm:pt modelId="{22B19330-E7A1-45CD-A868-05237E8B979A}" type="pres">
      <dgm:prSet presAssocID="{52D1E29B-ACDC-4D65-8478-3B231FCFC05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074A6373-24FF-448A-BB50-59C8BC3C2BD1}" type="pres">
      <dgm:prSet presAssocID="{52D1E29B-ACDC-4D65-8478-3B231FCFC05E}" presName="spaceRect" presStyleCnt="0"/>
      <dgm:spPr/>
    </dgm:pt>
    <dgm:pt modelId="{3F47D0E1-C28A-447F-9EC4-C5B4B21673C8}" type="pres">
      <dgm:prSet presAssocID="{52D1E29B-ACDC-4D65-8478-3B231FCFC05E}" presName="textRect" presStyleLbl="revTx" presStyleIdx="1" presStyleCnt="4">
        <dgm:presLayoutVars>
          <dgm:chMax val="1"/>
          <dgm:chPref val="1"/>
        </dgm:presLayoutVars>
      </dgm:prSet>
      <dgm:spPr/>
    </dgm:pt>
    <dgm:pt modelId="{142FE904-BEE1-4C4A-BC5D-E0DC33FCA2EA}" type="pres">
      <dgm:prSet presAssocID="{8C553C7A-E1AF-4F61-9F49-E608D7AE00BE}" presName="sibTrans" presStyleCnt="0"/>
      <dgm:spPr/>
    </dgm:pt>
    <dgm:pt modelId="{DAF2788D-08D1-492A-A5D3-65F1478E6C02}" type="pres">
      <dgm:prSet presAssocID="{CBB3E72A-3578-4917-BCD4-224056F1A9AC}" presName="compNode" presStyleCnt="0"/>
      <dgm:spPr/>
    </dgm:pt>
    <dgm:pt modelId="{AA8DD595-462E-44E9-9518-3AEBE7141392}" type="pres">
      <dgm:prSet presAssocID="{CBB3E72A-3578-4917-BCD4-224056F1A9AC}" presName="iconBgRect" presStyleLbl="bgShp" presStyleIdx="2" presStyleCnt="4"/>
      <dgm:spPr>
        <a:prstGeom prst="round2DiagRect">
          <a:avLst>
            <a:gd name="adj1" fmla="val 29727"/>
            <a:gd name="adj2" fmla="val 0"/>
          </a:avLst>
        </a:prstGeom>
      </dgm:spPr>
    </dgm:pt>
    <dgm:pt modelId="{1A301246-438A-4B55-B29B-BE12B888D75D}" type="pres">
      <dgm:prSet presAssocID="{CBB3E72A-3578-4917-BCD4-224056F1A9A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AEFC0506-4626-497F-AB63-353B7BC19E37}" type="pres">
      <dgm:prSet presAssocID="{CBB3E72A-3578-4917-BCD4-224056F1A9AC}" presName="spaceRect" presStyleCnt="0"/>
      <dgm:spPr/>
    </dgm:pt>
    <dgm:pt modelId="{6C2E141D-2EB1-4E9B-B459-D56EFF9B9C8C}" type="pres">
      <dgm:prSet presAssocID="{CBB3E72A-3578-4917-BCD4-224056F1A9AC}" presName="textRect" presStyleLbl="revTx" presStyleIdx="2" presStyleCnt="4">
        <dgm:presLayoutVars>
          <dgm:chMax val="1"/>
          <dgm:chPref val="1"/>
        </dgm:presLayoutVars>
      </dgm:prSet>
      <dgm:spPr/>
    </dgm:pt>
    <dgm:pt modelId="{1E998B17-3BD7-48F7-AA19-4105D1E8EE76}" type="pres">
      <dgm:prSet presAssocID="{DBB420CB-182B-4285-9FEE-BDF42281CCBF}" presName="sibTrans" presStyleCnt="0"/>
      <dgm:spPr/>
    </dgm:pt>
    <dgm:pt modelId="{8BC6863C-55CE-497B-A9AF-E9A6A3707F0C}" type="pres">
      <dgm:prSet presAssocID="{6D57E849-3BA6-4F99-A585-FE3D23A513C6}" presName="compNode" presStyleCnt="0"/>
      <dgm:spPr/>
    </dgm:pt>
    <dgm:pt modelId="{B845585E-AF29-423C-8598-B68C00C1A44F}" type="pres">
      <dgm:prSet presAssocID="{6D57E849-3BA6-4F99-A585-FE3D23A513C6}" presName="iconBgRect" presStyleLbl="bgShp" presStyleIdx="3" presStyleCnt="4"/>
      <dgm:spPr>
        <a:prstGeom prst="round2DiagRect">
          <a:avLst>
            <a:gd name="adj1" fmla="val 29727"/>
            <a:gd name="adj2" fmla="val 0"/>
          </a:avLst>
        </a:prstGeom>
      </dgm:spPr>
    </dgm:pt>
    <dgm:pt modelId="{75D098C2-1AC8-4969-807C-DBBD64450164}" type="pres">
      <dgm:prSet presAssocID="{6D57E849-3BA6-4F99-A585-FE3D23A513C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encil"/>
        </a:ext>
      </dgm:extLst>
    </dgm:pt>
    <dgm:pt modelId="{FCA7F105-A63E-4805-93B3-DC32CCFB2A1F}" type="pres">
      <dgm:prSet presAssocID="{6D57E849-3BA6-4F99-A585-FE3D23A513C6}" presName="spaceRect" presStyleCnt="0"/>
      <dgm:spPr/>
    </dgm:pt>
    <dgm:pt modelId="{611AD9AA-A372-462F-B9EC-5C8A57526AF7}" type="pres">
      <dgm:prSet presAssocID="{6D57E849-3BA6-4F99-A585-FE3D23A513C6}" presName="textRect" presStyleLbl="revTx" presStyleIdx="3" presStyleCnt="4">
        <dgm:presLayoutVars>
          <dgm:chMax val="1"/>
          <dgm:chPref val="1"/>
        </dgm:presLayoutVars>
      </dgm:prSet>
      <dgm:spPr/>
    </dgm:pt>
  </dgm:ptLst>
  <dgm:cxnLst>
    <dgm:cxn modelId="{66041401-C622-4154-8DC5-262D093C8175}" srcId="{633F098A-E083-482C-B0DA-566B34DFD959}" destId="{CBB3E72A-3578-4917-BCD4-224056F1A9AC}" srcOrd="2" destOrd="0" parTransId="{5AB7D7BA-FAF3-4369-A591-ED77470EAD93}" sibTransId="{DBB420CB-182B-4285-9FEE-BDF42281CCBF}"/>
    <dgm:cxn modelId="{DCFC5A17-E534-440C-9BFD-37D7F1D2F704}" srcId="{633F098A-E083-482C-B0DA-566B34DFD959}" destId="{52D1E29B-ACDC-4D65-8478-3B231FCFC05E}" srcOrd="1" destOrd="0" parTransId="{A29C2341-C0BE-4DED-9F4F-6C1A3EA01F28}" sibTransId="{8C553C7A-E1AF-4F61-9F49-E608D7AE00BE}"/>
    <dgm:cxn modelId="{8753891C-E2E0-4C40-81AD-1603C04C8522}" type="presOf" srcId="{52D1E29B-ACDC-4D65-8478-3B231FCFC05E}" destId="{3F47D0E1-C28A-447F-9EC4-C5B4B21673C8}" srcOrd="0" destOrd="0" presId="urn:microsoft.com/office/officeart/2018/5/layout/IconLeafLabelList"/>
    <dgm:cxn modelId="{98448D25-73AA-489C-9E0D-1AA8C9515F8E}" type="presOf" srcId="{633F098A-E083-482C-B0DA-566B34DFD959}" destId="{0BDFB367-0F6D-4BD9-8573-58983F291EA0}" srcOrd="0" destOrd="0" presId="urn:microsoft.com/office/officeart/2018/5/layout/IconLeafLabelList"/>
    <dgm:cxn modelId="{0151B927-1FA4-4E76-AB28-15AD50D3A2ED}" type="presOf" srcId="{CBB3E72A-3578-4917-BCD4-224056F1A9AC}" destId="{6C2E141D-2EB1-4E9B-B459-D56EFF9B9C8C}" srcOrd="0" destOrd="0" presId="urn:microsoft.com/office/officeart/2018/5/layout/IconLeafLabelList"/>
    <dgm:cxn modelId="{D3065A2B-CF3C-4BF1-8A5A-2C614BFC2FAD}" srcId="{633F098A-E083-482C-B0DA-566B34DFD959}" destId="{BACA3531-4D7E-4135-A2E6-A2F816EEA1D8}" srcOrd="0" destOrd="0" parTransId="{8B80DDB5-2D52-4AA0-B956-0C6E0C4CDAC2}" sibTransId="{EA7FF02E-5EE5-4208-9D3E-741E620985EE}"/>
    <dgm:cxn modelId="{A916D240-B3B6-4B55-B2DE-F3338035E9AE}" type="presOf" srcId="{6D57E849-3BA6-4F99-A585-FE3D23A513C6}" destId="{611AD9AA-A372-462F-B9EC-5C8A57526AF7}" srcOrd="0" destOrd="0" presId="urn:microsoft.com/office/officeart/2018/5/layout/IconLeafLabelList"/>
    <dgm:cxn modelId="{780AD296-6FEE-41B5-8E6E-84218D2D0375}" type="presOf" srcId="{BACA3531-4D7E-4135-A2E6-A2F816EEA1D8}" destId="{9BC13834-BF6A-4A0C-AA83-6494CF541771}" srcOrd="0" destOrd="0" presId="urn:microsoft.com/office/officeart/2018/5/layout/IconLeafLabelList"/>
    <dgm:cxn modelId="{E3B753BE-230C-4964-B7F0-4D500462396E}" srcId="{633F098A-E083-482C-B0DA-566B34DFD959}" destId="{6D57E849-3BA6-4F99-A585-FE3D23A513C6}" srcOrd="3" destOrd="0" parTransId="{3E66BD8E-75B9-412E-80BF-9B4929836D48}" sibTransId="{38DCF92A-2157-41D9-A05A-0E214FA95E5E}"/>
    <dgm:cxn modelId="{311E6B8D-C6C5-4E60-B68E-DDE2F96331A8}" type="presParOf" srcId="{0BDFB367-0F6D-4BD9-8573-58983F291EA0}" destId="{000E00C2-7FE3-4858-954C-A0C161176C06}" srcOrd="0" destOrd="0" presId="urn:microsoft.com/office/officeart/2018/5/layout/IconLeafLabelList"/>
    <dgm:cxn modelId="{9531999C-101D-415D-8B3E-3590B7A1BE12}" type="presParOf" srcId="{000E00C2-7FE3-4858-954C-A0C161176C06}" destId="{F96171A1-4675-4B10-A61B-22A97A6FF027}" srcOrd="0" destOrd="0" presId="urn:microsoft.com/office/officeart/2018/5/layout/IconLeafLabelList"/>
    <dgm:cxn modelId="{F9C99DC3-40DB-482F-9DE4-D9C42751EEF2}" type="presParOf" srcId="{000E00C2-7FE3-4858-954C-A0C161176C06}" destId="{B2E0F758-8657-47A7-935B-34AA2CE4BBEA}" srcOrd="1" destOrd="0" presId="urn:microsoft.com/office/officeart/2018/5/layout/IconLeafLabelList"/>
    <dgm:cxn modelId="{C166308A-A4FB-4FDA-BAEB-F5E023A3626B}" type="presParOf" srcId="{000E00C2-7FE3-4858-954C-A0C161176C06}" destId="{B365B727-EABC-4865-B707-D142ABCE3213}" srcOrd="2" destOrd="0" presId="urn:microsoft.com/office/officeart/2018/5/layout/IconLeafLabelList"/>
    <dgm:cxn modelId="{0C93F23C-6DA0-4EED-B4B0-E3937786FBD8}" type="presParOf" srcId="{000E00C2-7FE3-4858-954C-A0C161176C06}" destId="{9BC13834-BF6A-4A0C-AA83-6494CF541771}" srcOrd="3" destOrd="0" presId="urn:microsoft.com/office/officeart/2018/5/layout/IconLeafLabelList"/>
    <dgm:cxn modelId="{2DD6512E-AAE8-4517-833E-86981B7BEB1D}" type="presParOf" srcId="{0BDFB367-0F6D-4BD9-8573-58983F291EA0}" destId="{067A3140-AE1D-4232-882C-53DE3700C179}" srcOrd="1" destOrd="0" presId="urn:microsoft.com/office/officeart/2018/5/layout/IconLeafLabelList"/>
    <dgm:cxn modelId="{93633BFA-30C0-46DA-951B-7AA81EBA82E2}" type="presParOf" srcId="{0BDFB367-0F6D-4BD9-8573-58983F291EA0}" destId="{2BA687E5-ED1E-43CB-9273-7D03A8A108C8}" srcOrd="2" destOrd="0" presId="urn:microsoft.com/office/officeart/2018/5/layout/IconLeafLabelList"/>
    <dgm:cxn modelId="{82D2D8CC-6A53-421E-82FF-9035A4FC41EF}" type="presParOf" srcId="{2BA687E5-ED1E-43CB-9273-7D03A8A108C8}" destId="{C02890B0-F251-4CC9-84FE-ED914CED04BC}" srcOrd="0" destOrd="0" presId="urn:microsoft.com/office/officeart/2018/5/layout/IconLeafLabelList"/>
    <dgm:cxn modelId="{AAE850E1-BC96-4591-9215-493DC487ACEC}" type="presParOf" srcId="{2BA687E5-ED1E-43CB-9273-7D03A8A108C8}" destId="{22B19330-E7A1-45CD-A868-05237E8B979A}" srcOrd="1" destOrd="0" presId="urn:microsoft.com/office/officeart/2018/5/layout/IconLeafLabelList"/>
    <dgm:cxn modelId="{244B7A8E-040E-4FF0-A7DF-200DA0EF677F}" type="presParOf" srcId="{2BA687E5-ED1E-43CB-9273-7D03A8A108C8}" destId="{074A6373-24FF-448A-BB50-59C8BC3C2BD1}" srcOrd="2" destOrd="0" presId="urn:microsoft.com/office/officeart/2018/5/layout/IconLeafLabelList"/>
    <dgm:cxn modelId="{22560B72-717D-42D3-92E2-A4D608299C0C}" type="presParOf" srcId="{2BA687E5-ED1E-43CB-9273-7D03A8A108C8}" destId="{3F47D0E1-C28A-447F-9EC4-C5B4B21673C8}" srcOrd="3" destOrd="0" presId="urn:microsoft.com/office/officeart/2018/5/layout/IconLeafLabelList"/>
    <dgm:cxn modelId="{896579A7-5C2A-4FD2-B166-2E52296271E9}" type="presParOf" srcId="{0BDFB367-0F6D-4BD9-8573-58983F291EA0}" destId="{142FE904-BEE1-4C4A-BC5D-E0DC33FCA2EA}" srcOrd="3" destOrd="0" presId="urn:microsoft.com/office/officeart/2018/5/layout/IconLeafLabelList"/>
    <dgm:cxn modelId="{7AF121C5-6DFE-4478-9B17-727CADD00037}" type="presParOf" srcId="{0BDFB367-0F6D-4BD9-8573-58983F291EA0}" destId="{DAF2788D-08D1-492A-A5D3-65F1478E6C02}" srcOrd="4" destOrd="0" presId="urn:microsoft.com/office/officeart/2018/5/layout/IconLeafLabelList"/>
    <dgm:cxn modelId="{D1E880D8-9A3F-490D-A8E9-576E621448CF}" type="presParOf" srcId="{DAF2788D-08D1-492A-A5D3-65F1478E6C02}" destId="{AA8DD595-462E-44E9-9518-3AEBE7141392}" srcOrd="0" destOrd="0" presId="urn:microsoft.com/office/officeart/2018/5/layout/IconLeafLabelList"/>
    <dgm:cxn modelId="{67A44F43-BEC2-4A87-A458-66F537D3BC09}" type="presParOf" srcId="{DAF2788D-08D1-492A-A5D3-65F1478E6C02}" destId="{1A301246-438A-4B55-B29B-BE12B888D75D}" srcOrd="1" destOrd="0" presId="urn:microsoft.com/office/officeart/2018/5/layout/IconLeafLabelList"/>
    <dgm:cxn modelId="{BF1E5713-877A-477D-9032-B64D44771D77}" type="presParOf" srcId="{DAF2788D-08D1-492A-A5D3-65F1478E6C02}" destId="{AEFC0506-4626-497F-AB63-353B7BC19E37}" srcOrd="2" destOrd="0" presId="urn:microsoft.com/office/officeart/2018/5/layout/IconLeafLabelList"/>
    <dgm:cxn modelId="{280365EC-676D-4518-9023-D7DE910AE456}" type="presParOf" srcId="{DAF2788D-08D1-492A-A5D3-65F1478E6C02}" destId="{6C2E141D-2EB1-4E9B-B459-D56EFF9B9C8C}" srcOrd="3" destOrd="0" presId="urn:microsoft.com/office/officeart/2018/5/layout/IconLeafLabelList"/>
    <dgm:cxn modelId="{53D522AE-D1BE-4846-9242-E6F674E67948}" type="presParOf" srcId="{0BDFB367-0F6D-4BD9-8573-58983F291EA0}" destId="{1E998B17-3BD7-48F7-AA19-4105D1E8EE76}" srcOrd="5" destOrd="0" presId="urn:microsoft.com/office/officeart/2018/5/layout/IconLeafLabelList"/>
    <dgm:cxn modelId="{25CB6188-0610-44B9-A89B-C954579741BE}" type="presParOf" srcId="{0BDFB367-0F6D-4BD9-8573-58983F291EA0}" destId="{8BC6863C-55CE-497B-A9AF-E9A6A3707F0C}" srcOrd="6" destOrd="0" presId="urn:microsoft.com/office/officeart/2018/5/layout/IconLeafLabelList"/>
    <dgm:cxn modelId="{F5B21DDC-723C-425C-9E5B-EF1CC314AFB1}" type="presParOf" srcId="{8BC6863C-55CE-497B-A9AF-E9A6A3707F0C}" destId="{B845585E-AF29-423C-8598-B68C00C1A44F}" srcOrd="0" destOrd="0" presId="urn:microsoft.com/office/officeart/2018/5/layout/IconLeafLabelList"/>
    <dgm:cxn modelId="{0FD83FD3-BC8D-4122-9D6C-095FF24EB03F}" type="presParOf" srcId="{8BC6863C-55CE-497B-A9AF-E9A6A3707F0C}" destId="{75D098C2-1AC8-4969-807C-DBBD64450164}" srcOrd="1" destOrd="0" presId="urn:microsoft.com/office/officeart/2018/5/layout/IconLeafLabelList"/>
    <dgm:cxn modelId="{F5D33CAE-064E-4F71-AFBD-D782A89B9A2D}" type="presParOf" srcId="{8BC6863C-55CE-497B-A9AF-E9A6A3707F0C}" destId="{FCA7F105-A63E-4805-93B3-DC32CCFB2A1F}" srcOrd="2" destOrd="0" presId="urn:microsoft.com/office/officeart/2018/5/layout/IconLeafLabelList"/>
    <dgm:cxn modelId="{9376957C-6552-4E3A-AAA3-C8347B210F75}" type="presParOf" srcId="{8BC6863C-55CE-497B-A9AF-E9A6A3707F0C}" destId="{611AD9AA-A372-462F-B9EC-5C8A57526AF7}"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601DCE8-D7F6-4198-BFB0-EF1D14A8CAE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F40710A-C20A-43C0-AA8A-C1758BED82C4}">
      <dgm:prSet/>
      <dgm:spPr/>
      <dgm:t>
        <a:bodyPr/>
        <a:lstStyle/>
        <a:p>
          <a:pPr>
            <a:defRPr cap="all"/>
          </a:pPr>
          <a:r>
            <a:rPr lang="en-US"/>
            <a:t>OCR/NLP limitations</a:t>
          </a:r>
        </a:p>
      </dgm:t>
    </dgm:pt>
    <dgm:pt modelId="{65DD05AE-182E-4F2B-BB88-60C7953384DB}" type="parTrans" cxnId="{98356BF3-F050-4A26-AF96-B3A83367ED49}">
      <dgm:prSet/>
      <dgm:spPr/>
      <dgm:t>
        <a:bodyPr/>
        <a:lstStyle/>
        <a:p>
          <a:endParaRPr lang="en-US"/>
        </a:p>
      </dgm:t>
    </dgm:pt>
    <dgm:pt modelId="{62350735-CBA5-4A3E-AB6F-1D7250413CC0}" type="sibTrans" cxnId="{98356BF3-F050-4A26-AF96-B3A83367ED49}">
      <dgm:prSet/>
      <dgm:spPr/>
      <dgm:t>
        <a:bodyPr/>
        <a:lstStyle/>
        <a:p>
          <a:endParaRPr lang="en-US"/>
        </a:p>
      </dgm:t>
    </dgm:pt>
    <dgm:pt modelId="{F642CAEA-A319-4C67-8D60-BCDC27B3B7D2}">
      <dgm:prSet/>
      <dgm:spPr/>
      <dgm:t>
        <a:bodyPr/>
        <a:lstStyle/>
        <a:p>
          <a:pPr>
            <a:defRPr cap="all"/>
          </a:pPr>
          <a:r>
            <a:rPr lang="en-US"/>
            <a:t>Data quality variability</a:t>
          </a:r>
        </a:p>
      </dgm:t>
    </dgm:pt>
    <dgm:pt modelId="{7EC0836D-D1C1-441F-9A6B-0A10E4A35F87}" type="parTrans" cxnId="{AAFC417C-9833-493C-A90F-1B2A26BB6F4D}">
      <dgm:prSet/>
      <dgm:spPr/>
      <dgm:t>
        <a:bodyPr/>
        <a:lstStyle/>
        <a:p>
          <a:endParaRPr lang="en-US"/>
        </a:p>
      </dgm:t>
    </dgm:pt>
    <dgm:pt modelId="{42FF9DDF-D3FC-480C-8BCC-B5A4985B2925}" type="sibTrans" cxnId="{AAFC417C-9833-493C-A90F-1B2A26BB6F4D}">
      <dgm:prSet/>
      <dgm:spPr/>
      <dgm:t>
        <a:bodyPr/>
        <a:lstStyle/>
        <a:p>
          <a:endParaRPr lang="en-US"/>
        </a:p>
      </dgm:t>
    </dgm:pt>
    <dgm:pt modelId="{0865C726-C27B-46DF-BF6E-E0B57E291E88}">
      <dgm:prSet/>
      <dgm:spPr/>
      <dgm:t>
        <a:bodyPr/>
        <a:lstStyle/>
        <a:p>
          <a:pPr>
            <a:defRPr cap="all"/>
          </a:pPr>
          <a:r>
            <a:rPr lang="en-US"/>
            <a:t>Privacy and ethical responsibility</a:t>
          </a:r>
        </a:p>
      </dgm:t>
    </dgm:pt>
    <dgm:pt modelId="{C1B46F2C-0C0D-4BF4-B2F1-3228A414E65D}" type="parTrans" cxnId="{0C00F9B5-EF0F-4B35-A534-9329F47EB066}">
      <dgm:prSet/>
      <dgm:spPr/>
      <dgm:t>
        <a:bodyPr/>
        <a:lstStyle/>
        <a:p>
          <a:endParaRPr lang="en-US"/>
        </a:p>
      </dgm:t>
    </dgm:pt>
    <dgm:pt modelId="{AC116312-7473-4FBB-AE50-5F3B7636EEE3}" type="sibTrans" cxnId="{0C00F9B5-EF0F-4B35-A534-9329F47EB066}">
      <dgm:prSet/>
      <dgm:spPr/>
      <dgm:t>
        <a:bodyPr/>
        <a:lstStyle/>
        <a:p>
          <a:endParaRPr lang="en-US"/>
        </a:p>
      </dgm:t>
    </dgm:pt>
    <dgm:pt modelId="{D7E134F6-662C-4408-88E9-5344B23B89CE}">
      <dgm:prSet/>
      <dgm:spPr/>
      <dgm:t>
        <a:bodyPr/>
        <a:lstStyle/>
        <a:p>
          <a:pPr>
            <a:defRPr cap="all"/>
          </a:pPr>
          <a:r>
            <a:rPr lang="en-US"/>
            <a:t>Human oversight required</a:t>
          </a:r>
        </a:p>
      </dgm:t>
    </dgm:pt>
    <dgm:pt modelId="{F4784A4B-6A34-449F-A533-B54152992D96}" type="parTrans" cxnId="{F1CA6B39-0879-47C1-A657-1C9C6E8AFB8F}">
      <dgm:prSet/>
      <dgm:spPr/>
      <dgm:t>
        <a:bodyPr/>
        <a:lstStyle/>
        <a:p>
          <a:endParaRPr lang="en-US"/>
        </a:p>
      </dgm:t>
    </dgm:pt>
    <dgm:pt modelId="{0867E5AB-6A9B-4182-9A21-7156D237D8F8}" type="sibTrans" cxnId="{F1CA6B39-0879-47C1-A657-1C9C6E8AFB8F}">
      <dgm:prSet/>
      <dgm:spPr/>
      <dgm:t>
        <a:bodyPr/>
        <a:lstStyle/>
        <a:p>
          <a:endParaRPr lang="en-US"/>
        </a:p>
      </dgm:t>
    </dgm:pt>
    <dgm:pt modelId="{9DC10DE5-39EF-4B9F-9D2A-9DFD69DCE590}" type="pres">
      <dgm:prSet presAssocID="{F601DCE8-D7F6-4198-BFB0-EF1D14A8CAEB}" presName="root" presStyleCnt="0">
        <dgm:presLayoutVars>
          <dgm:dir/>
          <dgm:resizeHandles val="exact"/>
        </dgm:presLayoutVars>
      </dgm:prSet>
      <dgm:spPr/>
    </dgm:pt>
    <dgm:pt modelId="{25C3D5F5-B42D-4FBF-BDED-316160E547BE}" type="pres">
      <dgm:prSet presAssocID="{BF40710A-C20A-43C0-AA8A-C1758BED82C4}" presName="compNode" presStyleCnt="0"/>
      <dgm:spPr/>
    </dgm:pt>
    <dgm:pt modelId="{39E0A8A3-1346-458C-A784-71DEA8EDB8BC}" type="pres">
      <dgm:prSet presAssocID="{BF40710A-C20A-43C0-AA8A-C1758BED82C4}" presName="iconBgRect" presStyleLbl="bgShp" presStyleIdx="0" presStyleCnt="4"/>
      <dgm:spPr>
        <a:prstGeom prst="round2DiagRect">
          <a:avLst>
            <a:gd name="adj1" fmla="val 29727"/>
            <a:gd name="adj2" fmla="val 0"/>
          </a:avLst>
        </a:prstGeom>
      </dgm:spPr>
    </dgm:pt>
    <dgm:pt modelId="{56A6172D-FD57-4CC8-88C0-C98B4BF40FF4}" type="pres">
      <dgm:prSet presAssocID="{BF40710A-C20A-43C0-AA8A-C1758BED82C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69C934EF-88C3-405F-9DA8-A956F5EA1CA6}" type="pres">
      <dgm:prSet presAssocID="{BF40710A-C20A-43C0-AA8A-C1758BED82C4}" presName="spaceRect" presStyleCnt="0"/>
      <dgm:spPr/>
    </dgm:pt>
    <dgm:pt modelId="{4F2E58AF-F7A7-4E8E-A0F9-0172032E2F79}" type="pres">
      <dgm:prSet presAssocID="{BF40710A-C20A-43C0-AA8A-C1758BED82C4}" presName="textRect" presStyleLbl="revTx" presStyleIdx="0" presStyleCnt="4">
        <dgm:presLayoutVars>
          <dgm:chMax val="1"/>
          <dgm:chPref val="1"/>
        </dgm:presLayoutVars>
      </dgm:prSet>
      <dgm:spPr/>
    </dgm:pt>
    <dgm:pt modelId="{BEAD1CDC-5435-44C2-B48F-0FDEA9586C72}" type="pres">
      <dgm:prSet presAssocID="{62350735-CBA5-4A3E-AB6F-1D7250413CC0}" presName="sibTrans" presStyleCnt="0"/>
      <dgm:spPr/>
    </dgm:pt>
    <dgm:pt modelId="{112B0310-6922-4C17-9646-DC5EA38C10AD}" type="pres">
      <dgm:prSet presAssocID="{F642CAEA-A319-4C67-8D60-BCDC27B3B7D2}" presName="compNode" presStyleCnt="0"/>
      <dgm:spPr/>
    </dgm:pt>
    <dgm:pt modelId="{24D54776-7D9C-46A6-9189-13CB5CF2729E}" type="pres">
      <dgm:prSet presAssocID="{F642CAEA-A319-4C67-8D60-BCDC27B3B7D2}" presName="iconBgRect" presStyleLbl="bgShp" presStyleIdx="1" presStyleCnt="4"/>
      <dgm:spPr>
        <a:prstGeom prst="round2DiagRect">
          <a:avLst>
            <a:gd name="adj1" fmla="val 29727"/>
            <a:gd name="adj2" fmla="val 0"/>
          </a:avLst>
        </a:prstGeom>
      </dgm:spPr>
    </dgm:pt>
    <dgm:pt modelId="{D353F7AA-C8D4-4CF6-8BE0-4A23FAE33F91}" type="pres">
      <dgm:prSet presAssocID="{F642CAEA-A319-4C67-8D60-BCDC27B3B7D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7632FB6A-9268-40A7-B285-35F03F6ED93F}" type="pres">
      <dgm:prSet presAssocID="{F642CAEA-A319-4C67-8D60-BCDC27B3B7D2}" presName="spaceRect" presStyleCnt="0"/>
      <dgm:spPr/>
    </dgm:pt>
    <dgm:pt modelId="{9A95DCD6-55F0-49FB-A8FB-28F0F942DAB7}" type="pres">
      <dgm:prSet presAssocID="{F642CAEA-A319-4C67-8D60-BCDC27B3B7D2}" presName="textRect" presStyleLbl="revTx" presStyleIdx="1" presStyleCnt="4">
        <dgm:presLayoutVars>
          <dgm:chMax val="1"/>
          <dgm:chPref val="1"/>
        </dgm:presLayoutVars>
      </dgm:prSet>
      <dgm:spPr/>
    </dgm:pt>
    <dgm:pt modelId="{4A44002B-E9A4-452B-A052-CE7E0EA8F9A8}" type="pres">
      <dgm:prSet presAssocID="{42FF9DDF-D3FC-480C-8BCC-B5A4985B2925}" presName="sibTrans" presStyleCnt="0"/>
      <dgm:spPr/>
    </dgm:pt>
    <dgm:pt modelId="{71BB2449-2CF8-4205-93FA-724056FFFFDF}" type="pres">
      <dgm:prSet presAssocID="{0865C726-C27B-46DF-BF6E-E0B57E291E88}" presName="compNode" presStyleCnt="0"/>
      <dgm:spPr/>
    </dgm:pt>
    <dgm:pt modelId="{3225B329-AED2-405E-8C8E-36D7C02BC76A}" type="pres">
      <dgm:prSet presAssocID="{0865C726-C27B-46DF-BF6E-E0B57E291E88}" presName="iconBgRect" presStyleLbl="bgShp" presStyleIdx="2" presStyleCnt="4"/>
      <dgm:spPr>
        <a:prstGeom prst="round2DiagRect">
          <a:avLst>
            <a:gd name="adj1" fmla="val 29727"/>
            <a:gd name="adj2" fmla="val 0"/>
          </a:avLst>
        </a:prstGeom>
      </dgm:spPr>
    </dgm:pt>
    <dgm:pt modelId="{9B6525B5-2201-4483-A349-03243E9481D3}" type="pres">
      <dgm:prSet presAssocID="{0865C726-C27B-46DF-BF6E-E0B57E291E8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les of Justice"/>
        </a:ext>
      </dgm:extLst>
    </dgm:pt>
    <dgm:pt modelId="{679A372B-1B67-4BA9-8CFB-B6EB9B684243}" type="pres">
      <dgm:prSet presAssocID="{0865C726-C27B-46DF-BF6E-E0B57E291E88}" presName="spaceRect" presStyleCnt="0"/>
      <dgm:spPr/>
    </dgm:pt>
    <dgm:pt modelId="{4FBC9A13-1A2B-4407-9577-4E4E9AE408DF}" type="pres">
      <dgm:prSet presAssocID="{0865C726-C27B-46DF-BF6E-E0B57E291E88}" presName="textRect" presStyleLbl="revTx" presStyleIdx="2" presStyleCnt="4">
        <dgm:presLayoutVars>
          <dgm:chMax val="1"/>
          <dgm:chPref val="1"/>
        </dgm:presLayoutVars>
      </dgm:prSet>
      <dgm:spPr/>
    </dgm:pt>
    <dgm:pt modelId="{6BE7115E-4301-460F-8A09-23804F653C83}" type="pres">
      <dgm:prSet presAssocID="{AC116312-7473-4FBB-AE50-5F3B7636EEE3}" presName="sibTrans" presStyleCnt="0"/>
      <dgm:spPr/>
    </dgm:pt>
    <dgm:pt modelId="{63FBDF77-4312-44E3-8D85-73050AB0F433}" type="pres">
      <dgm:prSet presAssocID="{D7E134F6-662C-4408-88E9-5344B23B89CE}" presName="compNode" presStyleCnt="0"/>
      <dgm:spPr/>
    </dgm:pt>
    <dgm:pt modelId="{BD878967-693D-4F9C-BE56-E6F961A23AC3}" type="pres">
      <dgm:prSet presAssocID="{D7E134F6-662C-4408-88E9-5344B23B89CE}" presName="iconBgRect" presStyleLbl="bgShp" presStyleIdx="3" presStyleCnt="4"/>
      <dgm:spPr>
        <a:prstGeom prst="round2DiagRect">
          <a:avLst>
            <a:gd name="adj1" fmla="val 29727"/>
            <a:gd name="adj2" fmla="val 0"/>
          </a:avLst>
        </a:prstGeom>
      </dgm:spPr>
    </dgm:pt>
    <dgm:pt modelId="{D324B07F-0C0E-4403-A33A-99A0DC1D9063}" type="pres">
      <dgm:prSet presAssocID="{D7E134F6-662C-4408-88E9-5344B23B89C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a:ext>
      </dgm:extLst>
    </dgm:pt>
    <dgm:pt modelId="{6C64DA28-DA65-4FAA-9B25-F6395133AEFA}" type="pres">
      <dgm:prSet presAssocID="{D7E134F6-662C-4408-88E9-5344B23B89CE}" presName="spaceRect" presStyleCnt="0"/>
      <dgm:spPr/>
    </dgm:pt>
    <dgm:pt modelId="{C0C3AB21-3D64-4BC2-B236-71BFBDE8DB49}" type="pres">
      <dgm:prSet presAssocID="{D7E134F6-662C-4408-88E9-5344B23B89CE}" presName="textRect" presStyleLbl="revTx" presStyleIdx="3" presStyleCnt="4">
        <dgm:presLayoutVars>
          <dgm:chMax val="1"/>
          <dgm:chPref val="1"/>
        </dgm:presLayoutVars>
      </dgm:prSet>
      <dgm:spPr/>
    </dgm:pt>
  </dgm:ptLst>
  <dgm:cxnLst>
    <dgm:cxn modelId="{68DE3418-EC7B-4433-BFED-BBDCBA788A4B}" type="presOf" srcId="{F601DCE8-D7F6-4198-BFB0-EF1D14A8CAEB}" destId="{9DC10DE5-39EF-4B9F-9D2A-9DFD69DCE590}" srcOrd="0" destOrd="0" presId="urn:microsoft.com/office/officeart/2018/5/layout/IconLeafLabelList"/>
    <dgm:cxn modelId="{F1CA6B39-0879-47C1-A657-1C9C6E8AFB8F}" srcId="{F601DCE8-D7F6-4198-BFB0-EF1D14A8CAEB}" destId="{D7E134F6-662C-4408-88E9-5344B23B89CE}" srcOrd="3" destOrd="0" parTransId="{F4784A4B-6A34-449F-A533-B54152992D96}" sibTransId="{0867E5AB-6A9B-4182-9A21-7156D237D8F8}"/>
    <dgm:cxn modelId="{CD3A765D-0716-4A12-81AA-35816080FC00}" type="presOf" srcId="{D7E134F6-662C-4408-88E9-5344B23B89CE}" destId="{C0C3AB21-3D64-4BC2-B236-71BFBDE8DB49}" srcOrd="0" destOrd="0" presId="urn:microsoft.com/office/officeart/2018/5/layout/IconLeafLabelList"/>
    <dgm:cxn modelId="{A2CE2B67-9025-4443-BE5D-6491471A3622}" type="presOf" srcId="{BF40710A-C20A-43C0-AA8A-C1758BED82C4}" destId="{4F2E58AF-F7A7-4E8E-A0F9-0172032E2F79}" srcOrd="0" destOrd="0" presId="urn:microsoft.com/office/officeart/2018/5/layout/IconLeafLabelList"/>
    <dgm:cxn modelId="{AAFC417C-9833-493C-A90F-1B2A26BB6F4D}" srcId="{F601DCE8-D7F6-4198-BFB0-EF1D14A8CAEB}" destId="{F642CAEA-A319-4C67-8D60-BCDC27B3B7D2}" srcOrd="1" destOrd="0" parTransId="{7EC0836D-D1C1-441F-9A6B-0A10E4A35F87}" sibTransId="{42FF9DDF-D3FC-480C-8BCC-B5A4985B2925}"/>
    <dgm:cxn modelId="{0C00F9B5-EF0F-4B35-A534-9329F47EB066}" srcId="{F601DCE8-D7F6-4198-BFB0-EF1D14A8CAEB}" destId="{0865C726-C27B-46DF-BF6E-E0B57E291E88}" srcOrd="2" destOrd="0" parTransId="{C1B46F2C-0C0D-4BF4-B2F1-3228A414E65D}" sibTransId="{AC116312-7473-4FBB-AE50-5F3B7636EEE3}"/>
    <dgm:cxn modelId="{73BDFCE6-0938-4508-A5FA-A03F52A001C3}" type="presOf" srcId="{0865C726-C27B-46DF-BF6E-E0B57E291E88}" destId="{4FBC9A13-1A2B-4407-9577-4E4E9AE408DF}" srcOrd="0" destOrd="0" presId="urn:microsoft.com/office/officeart/2018/5/layout/IconLeafLabelList"/>
    <dgm:cxn modelId="{B3D316E8-3BAA-4FFD-8A52-EC8D90B69C1A}" type="presOf" srcId="{F642CAEA-A319-4C67-8D60-BCDC27B3B7D2}" destId="{9A95DCD6-55F0-49FB-A8FB-28F0F942DAB7}" srcOrd="0" destOrd="0" presId="urn:microsoft.com/office/officeart/2018/5/layout/IconLeafLabelList"/>
    <dgm:cxn modelId="{98356BF3-F050-4A26-AF96-B3A83367ED49}" srcId="{F601DCE8-D7F6-4198-BFB0-EF1D14A8CAEB}" destId="{BF40710A-C20A-43C0-AA8A-C1758BED82C4}" srcOrd="0" destOrd="0" parTransId="{65DD05AE-182E-4F2B-BB88-60C7953384DB}" sibTransId="{62350735-CBA5-4A3E-AB6F-1D7250413CC0}"/>
    <dgm:cxn modelId="{918370C9-26D7-4C05-991B-66A0D8B40A50}" type="presParOf" srcId="{9DC10DE5-39EF-4B9F-9D2A-9DFD69DCE590}" destId="{25C3D5F5-B42D-4FBF-BDED-316160E547BE}" srcOrd="0" destOrd="0" presId="urn:microsoft.com/office/officeart/2018/5/layout/IconLeafLabelList"/>
    <dgm:cxn modelId="{221E663D-3E53-4682-8334-FB5100FB28B2}" type="presParOf" srcId="{25C3D5F5-B42D-4FBF-BDED-316160E547BE}" destId="{39E0A8A3-1346-458C-A784-71DEA8EDB8BC}" srcOrd="0" destOrd="0" presId="urn:microsoft.com/office/officeart/2018/5/layout/IconLeafLabelList"/>
    <dgm:cxn modelId="{FB8F9215-DE6F-4911-9D96-053FD9CF9D47}" type="presParOf" srcId="{25C3D5F5-B42D-4FBF-BDED-316160E547BE}" destId="{56A6172D-FD57-4CC8-88C0-C98B4BF40FF4}" srcOrd="1" destOrd="0" presId="urn:microsoft.com/office/officeart/2018/5/layout/IconLeafLabelList"/>
    <dgm:cxn modelId="{B72BD281-EE58-4B5E-9055-AB06DAB62D13}" type="presParOf" srcId="{25C3D5F5-B42D-4FBF-BDED-316160E547BE}" destId="{69C934EF-88C3-405F-9DA8-A956F5EA1CA6}" srcOrd="2" destOrd="0" presId="urn:microsoft.com/office/officeart/2018/5/layout/IconLeafLabelList"/>
    <dgm:cxn modelId="{F758D92D-AF53-4056-959F-EF01FF90E1CE}" type="presParOf" srcId="{25C3D5F5-B42D-4FBF-BDED-316160E547BE}" destId="{4F2E58AF-F7A7-4E8E-A0F9-0172032E2F79}" srcOrd="3" destOrd="0" presId="urn:microsoft.com/office/officeart/2018/5/layout/IconLeafLabelList"/>
    <dgm:cxn modelId="{008A6055-A4C6-4711-907D-7206FF460BB7}" type="presParOf" srcId="{9DC10DE5-39EF-4B9F-9D2A-9DFD69DCE590}" destId="{BEAD1CDC-5435-44C2-B48F-0FDEA9586C72}" srcOrd="1" destOrd="0" presId="urn:microsoft.com/office/officeart/2018/5/layout/IconLeafLabelList"/>
    <dgm:cxn modelId="{BBD045AA-3573-4E90-B3DA-1CC089A3A92C}" type="presParOf" srcId="{9DC10DE5-39EF-4B9F-9D2A-9DFD69DCE590}" destId="{112B0310-6922-4C17-9646-DC5EA38C10AD}" srcOrd="2" destOrd="0" presId="urn:microsoft.com/office/officeart/2018/5/layout/IconLeafLabelList"/>
    <dgm:cxn modelId="{96817EDA-8137-498D-A516-65AE5DCCACB4}" type="presParOf" srcId="{112B0310-6922-4C17-9646-DC5EA38C10AD}" destId="{24D54776-7D9C-46A6-9189-13CB5CF2729E}" srcOrd="0" destOrd="0" presId="urn:microsoft.com/office/officeart/2018/5/layout/IconLeafLabelList"/>
    <dgm:cxn modelId="{632CB6C5-2B9B-4E8F-B5C7-06ED674F9298}" type="presParOf" srcId="{112B0310-6922-4C17-9646-DC5EA38C10AD}" destId="{D353F7AA-C8D4-4CF6-8BE0-4A23FAE33F91}" srcOrd="1" destOrd="0" presId="urn:microsoft.com/office/officeart/2018/5/layout/IconLeafLabelList"/>
    <dgm:cxn modelId="{3F60965B-64BE-47D2-BFAF-56A8093D10F2}" type="presParOf" srcId="{112B0310-6922-4C17-9646-DC5EA38C10AD}" destId="{7632FB6A-9268-40A7-B285-35F03F6ED93F}" srcOrd="2" destOrd="0" presId="urn:microsoft.com/office/officeart/2018/5/layout/IconLeafLabelList"/>
    <dgm:cxn modelId="{DBDA06FC-2292-4FBC-9BFC-9018994E1252}" type="presParOf" srcId="{112B0310-6922-4C17-9646-DC5EA38C10AD}" destId="{9A95DCD6-55F0-49FB-A8FB-28F0F942DAB7}" srcOrd="3" destOrd="0" presId="urn:microsoft.com/office/officeart/2018/5/layout/IconLeafLabelList"/>
    <dgm:cxn modelId="{BE434055-728B-45FC-BAC4-95393AEB63E8}" type="presParOf" srcId="{9DC10DE5-39EF-4B9F-9D2A-9DFD69DCE590}" destId="{4A44002B-E9A4-452B-A052-CE7E0EA8F9A8}" srcOrd="3" destOrd="0" presId="urn:microsoft.com/office/officeart/2018/5/layout/IconLeafLabelList"/>
    <dgm:cxn modelId="{DA2DF50F-6898-4745-AD7B-2299BAEB0FC7}" type="presParOf" srcId="{9DC10DE5-39EF-4B9F-9D2A-9DFD69DCE590}" destId="{71BB2449-2CF8-4205-93FA-724056FFFFDF}" srcOrd="4" destOrd="0" presId="urn:microsoft.com/office/officeart/2018/5/layout/IconLeafLabelList"/>
    <dgm:cxn modelId="{1DEDC4E9-2C8B-4527-953F-9EAF9B093638}" type="presParOf" srcId="{71BB2449-2CF8-4205-93FA-724056FFFFDF}" destId="{3225B329-AED2-405E-8C8E-36D7C02BC76A}" srcOrd="0" destOrd="0" presId="urn:microsoft.com/office/officeart/2018/5/layout/IconLeafLabelList"/>
    <dgm:cxn modelId="{3DE31D13-EFFA-4155-A903-BF1A8B1DA3C2}" type="presParOf" srcId="{71BB2449-2CF8-4205-93FA-724056FFFFDF}" destId="{9B6525B5-2201-4483-A349-03243E9481D3}" srcOrd="1" destOrd="0" presId="urn:microsoft.com/office/officeart/2018/5/layout/IconLeafLabelList"/>
    <dgm:cxn modelId="{6EFA5250-3B08-4DD6-9ED3-24DCF27C730D}" type="presParOf" srcId="{71BB2449-2CF8-4205-93FA-724056FFFFDF}" destId="{679A372B-1B67-4BA9-8CFB-B6EB9B684243}" srcOrd="2" destOrd="0" presId="urn:microsoft.com/office/officeart/2018/5/layout/IconLeafLabelList"/>
    <dgm:cxn modelId="{F85F5241-F080-4FC9-9A65-4DEE482449A0}" type="presParOf" srcId="{71BB2449-2CF8-4205-93FA-724056FFFFDF}" destId="{4FBC9A13-1A2B-4407-9577-4E4E9AE408DF}" srcOrd="3" destOrd="0" presId="urn:microsoft.com/office/officeart/2018/5/layout/IconLeafLabelList"/>
    <dgm:cxn modelId="{1627E826-ABBD-46C6-84A8-12422094D5FD}" type="presParOf" srcId="{9DC10DE5-39EF-4B9F-9D2A-9DFD69DCE590}" destId="{6BE7115E-4301-460F-8A09-23804F653C83}" srcOrd="5" destOrd="0" presId="urn:microsoft.com/office/officeart/2018/5/layout/IconLeafLabelList"/>
    <dgm:cxn modelId="{35E98176-047A-42A8-84C0-6A1461D4511C}" type="presParOf" srcId="{9DC10DE5-39EF-4B9F-9D2A-9DFD69DCE590}" destId="{63FBDF77-4312-44E3-8D85-73050AB0F433}" srcOrd="6" destOrd="0" presId="urn:microsoft.com/office/officeart/2018/5/layout/IconLeafLabelList"/>
    <dgm:cxn modelId="{53F9DACB-124D-4933-AF0F-22C36A517B5F}" type="presParOf" srcId="{63FBDF77-4312-44E3-8D85-73050AB0F433}" destId="{BD878967-693D-4F9C-BE56-E6F961A23AC3}" srcOrd="0" destOrd="0" presId="urn:microsoft.com/office/officeart/2018/5/layout/IconLeafLabelList"/>
    <dgm:cxn modelId="{C158038C-DF2A-4645-875F-E73A5028CE07}" type="presParOf" srcId="{63FBDF77-4312-44E3-8D85-73050AB0F433}" destId="{D324B07F-0C0E-4403-A33A-99A0DC1D9063}" srcOrd="1" destOrd="0" presId="urn:microsoft.com/office/officeart/2018/5/layout/IconLeafLabelList"/>
    <dgm:cxn modelId="{D64E43FE-BEF5-4CA7-9168-EDBA70C359A4}" type="presParOf" srcId="{63FBDF77-4312-44E3-8D85-73050AB0F433}" destId="{6C64DA28-DA65-4FAA-9B25-F6395133AEFA}" srcOrd="2" destOrd="0" presId="urn:microsoft.com/office/officeart/2018/5/layout/IconLeafLabelList"/>
    <dgm:cxn modelId="{80FF419A-187D-4EAE-905B-162D88043829}" type="presParOf" srcId="{63FBDF77-4312-44E3-8D85-73050AB0F433}" destId="{C0C3AB21-3D64-4BC2-B236-71BFBDE8DB49}"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272177-FF58-454E-83C9-D353A675EE74}">
      <dsp:nvSpPr>
        <dsp:cNvPr id="0" name=""/>
        <dsp:cNvSpPr/>
      </dsp:nvSpPr>
      <dsp:spPr>
        <a:xfrm>
          <a:off x="518185" y="768902"/>
          <a:ext cx="1475437" cy="14754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F73BD4-9F8E-407A-AF7E-11C9B92460CB}">
      <dsp:nvSpPr>
        <dsp:cNvPr id="0" name=""/>
        <dsp:cNvSpPr/>
      </dsp:nvSpPr>
      <dsp:spPr>
        <a:xfrm>
          <a:off x="832623" y="1083340"/>
          <a:ext cx="846562" cy="846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95E266-6B89-493A-85C8-8A017BA221CA}">
      <dsp:nvSpPr>
        <dsp:cNvPr id="0" name=""/>
        <dsp:cNvSpPr/>
      </dsp:nvSpPr>
      <dsp:spPr>
        <a:xfrm>
          <a:off x="46529"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Paper-based medical records remain widespread</a:t>
          </a:r>
        </a:p>
      </dsp:txBody>
      <dsp:txXfrm>
        <a:off x="46529" y="2703902"/>
        <a:ext cx="2418750" cy="720000"/>
      </dsp:txXfrm>
    </dsp:sp>
    <dsp:sp modelId="{0A9F6AE2-21DD-4BDA-9A0D-3F34596EFFC3}">
      <dsp:nvSpPr>
        <dsp:cNvPr id="0" name=""/>
        <dsp:cNvSpPr/>
      </dsp:nvSpPr>
      <dsp:spPr>
        <a:xfrm>
          <a:off x="3360216" y="768902"/>
          <a:ext cx="1475437" cy="147543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946734-44B8-40D1-822B-2A8AE137EDD1}">
      <dsp:nvSpPr>
        <dsp:cNvPr id="0" name=""/>
        <dsp:cNvSpPr/>
      </dsp:nvSpPr>
      <dsp:spPr>
        <a:xfrm>
          <a:off x="3674654" y="1083340"/>
          <a:ext cx="846562" cy="846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0EC1E97-2798-41FC-8796-9348C53365D2}">
      <dsp:nvSpPr>
        <dsp:cNvPr id="0" name=""/>
        <dsp:cNvSpPr/>
      </dsp:nvSpPr>
      <dsp:spPr>
        <a:xfrm>
          <a:off x="2888560"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Historical patient data is difficult to access</a:t>
          </a:r>
        </a:p>
      </dsp:txBody>
      <dsp:txXfrm>
        <a:off x="2888560" y="2703902"/>
        <a:ext cx="2418750" cy="720000"/>
      </dsp:txXfrm>
    </dsp:sp>
    <dsp:sp modelId="{40EDF6E0-CCCA-470B-B27E-F5363D64B5E3}">
      <dsp:nvSpPr>
        <dsp:cNvPr id="0" name=""/>
        <dsp:cNvSpPr/>
      </dsp:nvSpPr>
      <dsp:spPr>
        <a:xfrm>
          <a:off x="6202248" y="768902"/>
          <a:ext cx="1475437" cy="147543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3BB573-2768-4D48-9045-1CE9B8C9224B}">
      <dsp:nvSpPr>
        <dsp:cNvPr id="0" name=""/>
        <dsp:cNvSpPr/>
      </dsp:nvSpPr>
      <dsp:spPr>
        <a:xfrm>
          <a:off x="6516685" y="1083340"/>
          <a:ext cx="846562" cy="846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72008D-4A5E-4833-BDDD-ACD90C04CFA6}">
      <dsp:nvSpPr>
        <dsp:cNvPr id="0" name=""/>
        <dsp:cNvSpPr/>
      </dsp:nvSpPr>
      <dsp:spPr>
        <a:xfrm>
          <a:off x="5730591"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Data science enables scalable digitization</a:t>
          </a:r>
        </a:p>
      </dsp:txBody>
      <dsp:txXfrm>
        <a:off x="5730591" y="2703902"/>
        <a:ext cx="2418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469D00-FB3A-43C5-BF2A-589AC1DF2CEE}">
      <dsp:nvSpPr>
        <dsp:cNvPr id="0" name=""/>
        <dsp:cNvSpPr/>
      </dsp:nvSpPr>
      <dsp:spPr>
        <a:xfrm>
          <a:off x="40" y="55089"/>
          <a:ext cx="3829808" cy="7200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Who is served</a:t>
          </a:r>
        </a:p>
      </dsp:txBody>
      <dsp:txXfrm>
        <a:off x="40" y="55089"/>
        <a:ext cx="3829808" cy="720000"/>
      </dsp:txXfrm>
    </dsp:sp>
    <dsp:sp modelId="{87CC4571-5088-478E-9B7B-A4A1FF83EE8E}">
      <dsp:nvSpPr>
        <dsp:cNvPr id="0" name=""/>
        <dsp:cNvSpPr/>
      </dsp:nvSpPr>
      <dsp:spPr>
        <a:xfrm>
          <a:off x="40" y="775089"/>
          <a:ext cx="3829808" cy="3362625"/>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Clinicians - delayed clinical decisions.
Administrators - high operational costs
Researchers - limited access to historical data
Patients - fragmented continuity of care</a:t>
          </a:r>
        </a:p>
      </dsp:txBody>
      <dsp:txXfrm>
        <a:off x="40" y="775089"/>
        <a:ext cx="3829808" cy="3362625"/>
      </dsp:txXfrm>
    </dsp:sp>
    <dsp:sp modelId="{8B62C75A-AD2B-474A-AAB0-031CF5C55032}">
      <dsp:nvSpPr>
        <dsp:cNvPr id="0" name=""/>
        <dsp:cNvSpPr/>
      </dsp:nvSpPr>
      <dsp:spPr>
        <a:xfrm>
          <a:off x="4366022" y="55089"/>
          <a:ext cx="3829808" cy="720000"/>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Business impact</a:t>
          </a:r>
        </a:p>
      </dsp:txBody>
      <dsp:txXfrm>
        <a:off x="4366022" y="55089"/>
        <a:ext cx="3829808" cy="720000"/>
      </dsp:txXfrm>
    </dsp:sp>
    <dsp:sp modelId="{60E3E390-F870-4915-92AB-65731DC06DD5}">
      <dsp:nvSpPr>
        <dsp:cNvPr id="0" name=""/>
        <dsp:cNvSpPr/>
      </dsp:nvSpPr>
      <dsp:spPr>
        <a:xfrm>
          <a:off x="4366022" y="775089"/>
          <a:ext cx="3829808" cy="3362625"/>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Increased administrative overhead
Slower clinical workflows
Underutilized historical data assets</a:t>
          </a:r>
        </a:p>
      </dsp:txBody>
      <dsp:txXfrm>
        <a:off x="4366022" y="775089"/>
        <a:ext cx="3829808" cy="33626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4DA6CF-6A0B-4053-959B-12EE7751FAEF}">
      <dsp:nvSpPr>
        <dsp:cNvPr id="0" name=""/>
        <dsp:cNvSpPr/>
      </dsp:nvSpPr>
      <dsp:spPr>
        <a:xfrm>
          <a:off x="0" y="88097"/>
          <a:ext cx="8195871" cy="62361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Decades of patient records across departments</a:t>
          </a:r>
        </a:p>
      </dsp:txBody>
      <dsp:txXfrm>
        <a:off x="30442" y="118539"/>
        <a:ext cx="8134987" cy="562726"/>
      </dsp:txXfrm>
    </dsp:sp>
    <dsp:sp modelId="{308B400E-D835-4273-8926-2BA0CB84DD3E}">
      <dsp:nvSpPr>
        <dsp:cNvPr id="0" name=""/>
        <dsp:cNvSpPr/>
      </dsp:nvSpPr>
      <dsp:spPr>
        <a:xfrm>
          <a:off x="0" y="786587"/>
          <a:ext cx="8195871" cy="623610"/>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Information spread across many document formats</a:t>
          </a:r>
        </a:p>
      </dsp:txBody>
      <dsp:txXfrm>
        <a:off x="30442" y="817029"/>
        <a:ext cx="8134987" cy="562726"/>
      </dsp:txXfrm>
    </dsp:sp>
    <dsp:sp modelId="{1C3FFC2A-3330-47B9-A87B-7361007E41F9}">
      <dsp:nvSpPr>
        <dsp:cNvPr id="0" name=""/>
        <dsp:cNvSpPr/>
      </dsp:nvSpPr>
      <dsp:spPr>
        <a:xfrm>
          <a:off x="0" y="1410197"/>
          <a:ext cx="8195871" cy="1372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219"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Handwritten notes</a:t>
          </a:r>
        </a:p>
        <a:p>
          <a:pPr marL="228600" lvl="1" indent="-228600" algn="l" defTabSz="889000">
            <a:lnSpc>
              <a:spcPct val="90000"/>
            </a:lnSpc>
            <a:spcBef>
              <a:spcPct val="0"/>
            </a:spcBef>
            <a:spcAft>
              <a:spcPct val="20000"/>
            </a:spcAft>
            <a:buChar char="•"/>
          </a:pPr>
          <a:r>
            <a:rPr lang="en-US" sz="2000" kern="1200" dirty="0"/>
            <a:t>Scanned PDFs</a:t>
          </a:r>
        </a:p>
        <a:p>
          <a:pPr marL="228600" lvl="1" indent="-228600" algn="l" defTabSz="889000">
            <a:lnSpc>
              <a:spcPct val="90000"/>
            </a:lnSpc>
            <a:spcBef>
              <a:spcPct val="0"/>
            </a:spcBef>
            <a:spcAft>
              <a:spcPct val="20000"/>
            </a:spcAft>
            <a:buChar char="•"/>
          </a:pPr>
          <a:r>
            <a:rPr lang="en-US" sz="2000" kern="1200" dirty="0"/>
            <a:t>Lab reports</a:t>
          </a:r>
        </a:p>
        <a:p>
          <a:pPr marL="228600" lvl="1" indent="-228600" algn="l" defTabSz="889000">
            <a:lnSpc>
              <a:spcPct val="90000"/>
            </a:lnSpc>
            <a:spcBef>
              <a:spcPct val="0"/>
            </a:spcBef>
            <a:spcAft>
              <a:spcPct val="20000"/>
            </a:spcAft>
            <a:buChar char="•"/>
          </a:pPr>
          <a:r>
            <a:rPr lang="en-US" sz="2000" kern="1200" dirty="0"/>
            <a:t>Intake forms</a:t>
          </a:r>
        </a:p>
      </dsp:txBody>
      <dsp:txXfrm>
        <a:off x="0" y="1410197"/>
        <a:ext cx="8195871" cy="1372410"/>
      </dsp:txXfrm>
    </dsp:sp>
    <dsp:sp modelId="{425066C3-D6D6-4541-88C1-08978584A1C4}">
      <dsp:nvSpPr>
        <dsp:cNvPr id="0" name=""/>
        <dsp:cNvSpPr/>
      </dsp:nvSpPr>
      <dsp:spPr>
        <a:xfrm>
          <a:off x="0" y="2782607"/>
          <a:ext cx="8195871" cy="62361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Handwritten and scanned records are difficult to search</a:t>
          </a:r>
        </a:p>
      </dsp:txBody>
      <dsp:txXfrm>
        <a:off x="30442" y="2813049"/>
        <a:ext cx="8134987" cy="562726"/>
      </dsp:txXfrm>
    </dsp:sp>
    <dsp:sp modelId="{66F64AA5-25F9-4AA3-B38B-A8E9072D3387}">
      <dsp:nvSpPr>
        <dsp:cNvPr id="0" name=""/>
        <dsp:cNvSpPr/>
      </dsp:nvSpPr>
      <dsp:spPr>
        <a:xfrm>
          <a:off x="0" y="3481097"/>
          <a:ext cx="8195871" cy="62361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Traditional systems cannot easily integrate this data</a:t>
          </a:r>
        </a:p>
      </dsp:txBody>
      <dsp:txXfrm>
        <a:off x="30442" y="3511539"/>
        <a:ext cx="8134987" cy="5627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BE9D47-86F3-4331-9EC1-BD666A7825EC}">
      <dsp:nvSpPr>
        <dsp:cNvPr id="0" name=""/>
        <dsp:cNvSpPr/>
      </dsp:nvSpPr>
      <dsp:spPr>
        <a:xfrm>
          <a:off x="518185" y="768902"/>
          <a:ext cx="1475437" cy="14754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1FCF89-2A0D-435F-A9C9-1AD0734E7921}">
      <dsp:nvSpPr>
        <dsp:cNvPr id="0" name=""/>
        <dsp:cNvSpPr/>
      </dsp:nvSpPr>
      <dsp:spPr>
        <a:xfrm>
          <a:off x="832623" y="1083340"/>
          <a:ext cx="846562" cy="846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3F85CC-ACFD-4151-BE35-B7ED44F3B223}">
      <dsp:nvSpPr>
        <dsp:cNvPr id="0" name=""/>
        <dsp:cNvSpPr/>
      </dsp:nvSpPr>
      <dsp:spPr>
        <a:xfrm>
          <a:off x="46529"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dirty="0"/>
            <a:t>Large backlog of legacy records to process</a:t>
          </a:r>
        </a:p>
      </dsp:txBody>
      <dsp:txXfrm>
        <a:off x="46529" y="2703902"/>
        <a:ext cx="2418750" cy="720000"/>
      </dsp:txXfrm>
    </dsp:sp>
    <dsp:sp modelId="{2A9AF96F-CF68-4A99-A6FE-96F238E8581D}">
      <dsp:nvSpPr>
        <dsp:cNvPr id="0" name=""/>
        <dsp:cNvSpPr/>
      </dsp:nvSpPr>
      <dsp:spPr>
        <a:xfrm>
          <a:off x="3360216" y="768902"/>
          <a:ext cx="1475437" cy="147543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53D65C-CD67-4B55-9BBE-41E01C177485}">
      <dsp:nvSpPr>
        <dsp:cNvPr id="0" name=""/>
        <dsp:cNvSpPr/>
      </dsp:nvSpPr>
      <dsp:spPr>
        <a:xfrm>
          <a:off x="3674654" y="1083340"/>
          <a:ext cx="846562" cy="846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202EFA-626D-4BC8-B68C-617414172440}">
      <dsp:nvSpPr>
        <dsp:cNvPr id="0" name=""/>
        <dsp:cNvSpPr/>
      </dsp:nvSpPr>
      <dsp:spPr>
        <a:xfrm>
          <a:off x="2888560"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dirty="0"/>
            <a:t>New documents added continuously</a:t>
          </a:r>
        </a:p>
      </dsp:txBody>
      <dsp:txXfrm>
        <a:off x="2888560" y="2703902"/>
        <a:ext cx="2418750" cy="720000"/>
      </dsp:txXfrm>
    </dsp:sp>
    <dsp:sp modelId="{80C6EDC9-EAF6-4D16-99B4-3F366E0417C3}">
      <dsp:nvSpPr>
        <dsp:cNvPr id="0" name=""/>
        <dsp:cNvSpPr/>
      </dsp:nvSpPr>
      <dsp:spPr>
        <a:xfrm>
          <a:off x="6202248" y="768902"/>
          <a:ext cx="1475437" cy="147543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C6AA53-B84D-4E29-946E-9FE8FD1A9DE1}">
      <dsp:nvSpPr>
        <dsp:cNvPr id="0" name=""/>
        <dsp:cNvSpPr/>
      </dsp:nvSpPr>
      <dsp:spPr>
        <a:xfrm>
          <a:off x="6516685" y="1083340"/>
          <a:ext cx="846562" cy="846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B37F995-FD93-4F71-A271-2FFB728EFBDF}">
      <dsp:nvSpPr>
        <dsp:cNvPr id="0" name=""/>
        <dsp:cNvSpPr/>
      </dsp:nvSpPr>
      <dsp:spPr>
        <a:xfrm>
          <a:off x="5730591"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dirty="0"/>
            <a:t>Delays directly affect clinical workflows</a:t>
          </a:r>
        </a:p>
      </dsp:txBody>
      <dsp:txXfrm>
        <a:off x="5730591" y="2703902"/>
        <a:ext cx="241875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D5E30A-81B4-455F-BD5F-4A8C0583BC6F}">
      <dsp:nvSpPr>
        <dsp:cNvPr id="0" name=""/>
        <dsp:cNvSpPr/>
      </dsp:nvSpPr>
      <dsp:spPr>
        <a:xfrm rot="5400000">
          <a:off x="4755103" y="-1600017"/>
          <a:ext cx="1636176" cy="5245357"/>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OCR errors and inconsistent scans</a:t>
          </a:r>
        </a:p>
        <a:p>
          <a:pPr marL="228600" lvl="1" indent="-228600" algn="l" defTabSz="1022350">
            <a:lnSpc>
              <a:spcPct val="90000"/>
            </a:lnSpc>
            <a:spcBef>
              <a:spcPct val="0"/>
            </a:spcBef>
            <a:spcAft>
              <a:spcPct val="15000"/>
            </a:spcAft>
            <a:buChar char="•"/>
          </a:pPr>
          <a:r>
            <a:rPr lang="en-US" sz="2300" kern="1200" dirty="0"/>
            <a:t>Handwriting and formatting variability</a:t>
          </a:r>
        </a:p>
        <a:p>
          <a:pPr marL="228600" lvl="1" indent="-228600" algn="l" defTabSz="1022350">
            <a:lnSpc>
              <a:spcPct val="90000"/>
            </a:lnSpc>
            <a:spcBef>
              <a:spcPct val="0"/>
            </a:spcBef>
            <a:spcAft>
              <a:spcPct val="15000"/>
            </a:spcAft>
            <a:buChar char="•"/>
          </a:pPr>
          <a:r>
            <a:rPr lang="en-US" sz="2300" kern="1200" dirty="0"/>
            <a:t>Risk of incorrect or incomplete records</a:t>
          </a:r>
        </a:p>
      </dsp:txBody>
      <dsp:txXfrm rot="-5400000">
        <a:off x="2950513" y="284445"/>
        <a:ext cx="5165485" cy="1476432"/>
      </dsp:txXfrm>
    </dsp:sp>
    <dsp:sp modelId="{35E92731-C1AC-4C02-B315-F1655F945199}">
      <dsp:nvSpPr>
        <dsp:cNvPr id="0" name=""/>
        <dsp:cNvSpPr/>
      </dsp:nvSpPr>
      <dsp:spPr>
        <a:xfrm>
          <a:off x="0" y="51"/>
          <a:ext cx="2950513" cy="20452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marL="0" lvl="0" indent="0" algn="ctr" defTabSz="1866900">
            <a:lnSpc>
              <a:spcPct val="90000"/>
            </a:lnSpc>
            <a:spcBef>
              <a:spcPct val="0"/>
            </a:spcBef>
            <a:spcAft>
              <a:spcPct val="35000"/>
            </a:spcAft>
            <a:buNone/>
          </a:pPr>
          <a:r>
            <a:rPr lang="en-US" sz="4200" kern="1200" dirty="0"/>
            <a:t>Challenges</a:t>
          </a:r>
        </a:p>
      </dsp:txBody>
      <dsp:txXfrm>
        <a:off x="99839" y="99890"/>
        <a:ext cx="2750835" cy="1845542"/>
      </dsp:txXfrm>
    </dsp:sp>
    <dsp:sp modelId="{E02AE0D5-79C6-40CC-B307-462400589FEE}">
      <dsp:nvSpPr>
        <dsp:cNvPr id="0" name=""/>
        <dsp:cNvSpPr/>
      </dsp:nvSpPr>
      <dsp:spPr>
        <a:xfrm rot="5400000">
          <a:off x="4755103" y="547464"/>
          <a:ext cx="1636176" cy="5245357"/>
        </a:xfrm>
        <a:prstGeom prst="round2Same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Reliable patient histories</a:t>
          </a:r>
        </a:p>
        <a:p>
          <a:pPr marL="228600" lvl="1" indent="-228600" algn="l" defTabSz="1022350">
            <a:lnSpc>
              <a:spcPct val="90000"/>
            </a:lnSpc>
            <a:spcBef>
              <a:spcPct val="0"/>
            </a:spcBef>
            <a:spcAft>
              <a:spcPct val="15000"/>
            </a:spcAft>
            <a:buChar char="•"/>
          </a:pPr>
          <a:r>
            <a:rPr lang="en-US" sz="2300" kern="1200" dirty="0"/>
            <a:t>Faster, more confident decisions</a:t>
          </a:r>
        </a:p>
        <a:p>
          <a:pPr marL="228600" lvl="1" indent="-228600" algn="l" defTabSz="1022350">
            <a:lnSpc>
              <a:spcPct val="90000"/>
            </a:lnSpc>
            <a:spcBef>
              <a:spcPct val="0"/>
            </a:spcBef>
            <a:spcAft>
              <a:spcPct val="15000"/>
            </a:spcAft>
            <a:buChar char="•"/>
          </a:pPr>
          <a:r>
            <a:rPr lang="en-US" sz="2300" kern="1200" dirty="0"/>
            <a:t>Data ready for analytics and research</a:t>
          </a:r>
        </a:p>
      </dsp:txBody>
      <dsp:txXfrm rot="-5400000">
        <a:off x="2950513" y="2431926"/>
        <a:ext cx="5165485" cy="1476432"/>
      </dsp:txXfrm>
    </dsp:sp>
    <dsp:sp modelId="{63B7C6CF-F127-4F33-8252-63AA73000483}">
      <dsp:nvSpPr>
        <dsp:cNvPr id="0" name=""/>
        <dsp:cNvSpPr/>
      </dsp:nvSpPr>
      <dsp:spPr>
        <a:xfrm>
          <a:off x="0" y="2147533"/>
          <a:ext cx="2950513" cy="204522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marL="0" lvl="0" indent="0" algn="ctr" defTabSz="1866900">
            <a:lnSpc>
              <a:spcPct val="90000"/>
            </a:lnSpc>
            <a:spcBef>
              <a:spcPct val="0"/>
            </a:spcBef>
            <a:spcAft>
              <a:spcPct val="35000"/>
            </a:spcAft>
            <a:buNone/>
          </a:pPr>
          <a:r>
            <a:rPr lang="en-US" sz="4200" kern="1200" dirty="0"/>
            <a:t>Value created:</a:t>
          </a:r>
        </a:p>
      </dsp:txBody>
      <dsp:txXfrm>
        <a:off x="99839" y="2247372"/>
        <a:ext cx="2750835" cy="184554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E0F81-E581-492E-B4D4-EBC8DEF595B3}">
      <dsp:nvSpPr>
        <dsp:cNvPr id="0" name=""/>
        <dsp:cNvSpPr/>
      </dsp:nvSpPr>
      <dsp:spPr>
        <a:xfrm>
          <a:off x="520435" y="1183048"/>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9C06CA-9A60-4CA1-A3CE-021C7379539A}">
      <dsp:nvSpPr>
        <dsp:cNvPr id="0" name=""/>
        <dsp:cNvSpPr/>
      </dsp:nvSpPr>
      <dsp:spPr>
        <a:xfrm>
          <a:off x="25435" y="2267256"/>
          <a:ext cx="1800000" cy="74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Document ingestion
(Scanning and secure uploads of physical records)</a:t>
          </a:r>
        </a:p>
      </dsp:txBody>
      <dsp:txXfrm>
        <a:off x="25435" y="2267256"/>
        <a:ext cx="1800000" cy="742500"/>
      </dsp:txXfrm>
    </dsp:sp>
    <dsp:sp modelId="{E1A7956C-2C3E-4A40-92BD-99CBD5C17E52}">
      <dsp:nvSpPr>
        <dsp:cNvPr id="0" name=""/>
        <dsp:cNvSpPr/>
      </dsp:nvSpPr>
      <dsp:spPr>
        <a:xfrm>
          <a:off x="2635435" y="1183048"/>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E89C32C-609E-403E-8C93-FC2E75AA5CC5}">
      <dsp:nvSpPr>
        <dsp:cNvPr id="0" name=""/>
        <dsp:cNvSpPr/>
      </dsp:nvSpPr>
      <dsp:spPr>
        <a:xfrm>
          <a:off x="2140435" y="2267256"/>
          <a:ext cx="1800000" cy="74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Image preprocessing
(Noise removal, skew correction, contrast enhancement)</a:t>
          </a:r>
        </a:p>
      </dsp:txBody>
      <dsp:txXfrm>
        <a:off x="2140435" y="2267256"/>
        <a:ext cx="1800000" cy="742500"/>
      </dsp:txXfrm>
    </dsp:sp>
    <dsp:sp modelId="{8919FAD4-C8E6-4AC9-84D1-9C070FB74381}">
      <dsp:nvSpPr>
        <dsp:cNvPr id="0" name=""/>
        <dsp:cNvSpPr/>
      </dsp:nvSpPr>
      <dsp:spPr>
        <a:xfrm>
          <a:off x="4750435" y="1183048"/>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31FCBD-03B8-4040-B41A-76C0A29BD795}">
      <dsp:nvSpPr>
        <dsp:cNvPr id="0" name=""/>
        <dsp:cNvSpPr/>
      </dsp:nvSpPr>
      <dsp:spPr>
        <a:xfrm>
          <a:off x="4255435" y="2267256"/>
          <a:ext cx="1800000" cy="74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Document classification
(Identifying document type and structure)</a:t>
          </a:r>
        </a:p>
      </dsp:txBody>
      <dsp:txXfrm>
        <a:off x="4255435" y="2267256"/>
        <a:ext cx="1800000" cy="742500"/>
      </dsp:txXfrm>
    </dsp:sp>
    <dsp:sp modelId="{E8025BEC-6AFD-4BC3-AF1C-0678DCC709D1}">
      <dsp:nvSpPr>
        <dsp:cNvPr id="0" name=""/>
        <dsp:cNvSpPr/>
      </dsp:nvSpPr>
      <dsp:spPr>
        <a:xfrm>
          <a:off x="6865435" y="1183048"/>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7262272-043C-4E8B-810C-6BF68C71B61D}">
      <dsp:nvSpPr>
        <dsp:cNvPr id="0" name=""/>
        <dsp:cNvSpPr/>
      </dsp:nvSpPr>
      <dsp:spPr>
        <a:xfrm>
          <a:off x="6370435" y="2267256"/>
          <a:ext cx="1800000" cy="74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OCR text extraction
(Converting images into raw text)</a:t>
          </a:r>
        </a:p>
      </dsp:txBody>
      <dsp:txXfrm>
        <a:off x="6370435" y="2267256"/>
        <a:ext cx="1800000" cy="7425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28E6CF-7E2E-4AC2-8D34-EC9765295E4F}">
      <dsp:nvSpPr>
        <dsp:cNvPr id="0" name=""/>
        <dsp:cNvSpPr/>
      </dsp:nvSpPr>
      <dsp:spPr>
        <a:xfrm>
          <a:off x="715337" y="2413"/>
          <a:ext cx="3221521" cy="1932912"/>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OCR error correction using NLP
(Reduce transcription errors and ambiguity)</a:t>
          </a:r>
        </a:p>
      </dsp:txBody>
      <dsp:txXfrm>
        <a:off x="715337" y="2413"/>
        <a:ext cx="3221521" cy="1932912"/>
      </dsp:txXfrm>
    </dsp:sp>
    <dsp:sp modelId="{5A3B9838-D6AD-494E-BF28-852A2CFCD428}">
      <dsp:nvSpPr>
        <dsp:cNvPr id="0" name=""/>
        <dsp:cNvSpPr/>
      </dsp:nvSpPr>
      <dsp:spPr>
        <a:xfrm>
          <a:off x="4259011" y="2413"/>
          <a:ext cx="3221521" cy="1932912"/>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Entity normalization
(Ensure consistency across names, dates, and codes)</a:t>
          </a:r>
        </a:p>
      </dsp:txBody>
      <dsp:txXfrm>
        <a:off x="4259011" y="2413"/>
        <a:ext cx="3221521" cy="1932912"/>
      </dsp:txXfrm>
    </dsp:sp>
    <dsp:sp modelId="{8FD72101-8EC9-4E50-AB4A-7E2CD846437B}">
      <dsp:nvSpPr>
        <dsp:cNvPr id="0" name=""/>
        <dsp:cNvSpPr/>
      </dsp:nvSpPr>
      <dsp:spPr>
        <a:xfrm>
          <a:off x="715337" y="2257478"/>
          <a:ext cx="3221521" cy="1932912"/>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Human-in-the-loop review
(Accountability for high-risk data)</a:t>
          </a:r>
        </a:p>
      </dsp:txBody>
      <dsp:txXfrm>
        <a:off x="715337" y="2257478"/>
        <a:ext cx="3221521" cy="1932912"/>
      </dsp:txXfrm>
    </dsp:sp>
    <dsp:sp modelId="{70B48F75-C4BE-4C52-B66A-C95FE9E939AD}">
      <dsp:nvSpPr>
        <dsp:cNvPr id="0" name=""/>
        <dsp:cNvSpPr/>
      </dsp:nvSpPr>
      <dsp:spPr>
        <a:xfrm>
          <a:off x="4259011" y="2257478"/>
          <a:ext cx="3221521" cy="1932912"/>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Privacy and compliance checks
(Protect patient data and organizational trust)</a:t>
          </a:r>
        </a:p>
      </dsp:txBody>
      <dsp:txXfrm>
        <a:off x="4259011" y="2257478"/>
        <a:ext cx="3221521" cy="193291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0EE3A-E15D-4E8B-AD46-95411E6DDEC0}">
      <dsp:nvSpPr>
        <dsp:cNvPr id="0" name=""/>
        <dsp:cNvSpPr/>
      </dsp:nvSpPr>
      <dsp:spPr>
        <a:xfrm>
          <a:off x="800349" y="717682"/>
          <a:ext cx="854929" cy="8549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AE130E-398F-4B65-9B22-7EBBF9FA5A8C}">
      <dsp:nvSpPr>
        <dsp:cNvPr id="0" name=""/>
        <dsp:cNvSpPr/>
      </dsp:nvSpPr>
      <dsp:spPr>
        <a:xfrm>
          <a:off x="6486" y="1669535"/>
          <a:ext cx="2442656" cy="366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b="1"/>
          </a:pPr>
          <a:r>
            <a:rPr lang="en-US" sz="2300" kern="1200" dirty="0"/>
            <a:t>Data acquisition</a:t>
          </a:r>
        </a:p>
      </dsp:txBody>
      <dsp:txXfrm>
        <a:off x="6486" y="1669535"/>
        <a:ext cx="2442656" cy="366398"/>
      </dsp:txXfrm>
    </dsp:sp>
    <dsp:sp modelId="{C57A9164-B913-409A-8C92-C13B15374D72}">
      <dsp:nvSpPr>
        <dsp:cNvPr id="0" name=""/>
        <dsp:cNvSpPr/>
      </dsp:nvSpPr>
      <dsp:spPr>
        <a:xfrm>
          <a:off x="6486" y="2081014"/>
          <a:ext cx="2442656" cy="890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Secure document scanning
Controlled digital uploads</a:t>
          </a:r>
        </a:p>
      </dsp:txBody>
      <dsp:txXfrm>
        <a:off x="6486" y="2081014"/>
        <a:ext cx="2442656" cy="890708"/>
      </dsp:txXfrm>
    </dsp:sp>
    <dsp:sp modelId="{70013C1F-5B43-4D00-B9D9-D47B928950F3}">
      <dsp:nvSpPr>
        <dsp:cNvPr id="0" name=""/>
        <dsp:cNvSpPr/>
      </dsp:nvSpPr>
      <dsp:spPr>
        <a:xfrm>
          <a:off x="3670470" y="717682"/>
          <a:ext cx="854929" cy="8549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0B2F2B7-1F17-42AD-9A88-0498AA634924}">
      <dsp:nvSpPr>
        <dsp:cNvPr id="0" name=""/>
        <dsp:cNvSpPr/>
      </dsp:nvSpPr>
      <dsp:spPr>
        <a:xfrm>
          <a:off x="2876607" y="1669535"/>
          <a:ext cx="2442656" cy="366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b="1"/>
          </a:pPr>
          <a:r>
            <a:rPr lang="en-US" sz="2300" kern="1200" dirty="0"/>
            <a:t>Data storage</a:t>
          </a:r>
        </a:p>
      </dsp:txBody>
      <dsp:txXfrm>
        <a:off x="2876607" y="1669535"/>
        <a:ext cx="2442656" cy="366398"/>
      </dsp:txXfrm>
    </dsp:sp>
    <dsp:sp modelId="{1D3B115E-7EE3-4B07-B145-D9C7C0B4CBDA}">
      <dsp:nvSpPr>
        <dsp:cNvPr id="0" name=""/>
        <dsp:cNvSpPr/>
      </dsp:nvSpPr>
      <dsp:spPr>
        <a:xfrm>
          <a:off x="2876607" y="2081014"/>
          <a:ext cx="2442656" cy="890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Encrypted repositories
Role-based access controls</a:t>
          </a:r>
        </a:p>
      </dsp:txBody>
      <dsp:txXfrm>
        <a:off x="2876607" y="2081014"/>
        <a:ext cx="2442656" cy="890708"/>
      </dsp:txXfrm>
    </dsp:sp>
    <dsp:sp modelId="{307276C7-3316-4215-B58D-4F97DFEFD83F}">
      <dsp:nvSpPr>
        <dsp:cNvPr id="0" name=""/>
        <dsp:cNvSpPr/>
      </dsp:nvSpPr>
      <dsp:spPr>
        <a:xfrm>
          <a:off x="6540591" y="717682"/>
          <a:ext cx="854929" cy="8549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9C2862D-C769-4D35-9BF1-216B06191271}">
      <dsp:nvSpPr>
        <dsp:cNvPr id="0" name=""/>
        <dsp:cNvSpPr/>
      </dsp:nvSpPr>
      <dsp:spPr>
        <a:xfrm>
          <a:off x="5746728" y="1669535"/>
          <a:ext cx="2442656" cy="366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b="1"/>
          </a:pPr>
          <a:r>
            <a:rPr lang="en-US" sz="2300" kern="1200" dirty="0"/>
            <a:t>Data processing</a:t>
          </a:r>
        </a:p>
      </dsp:txBody>
      <dsp:txXfrm>
        <a:off x="5746728" y="1669535"/>
        <a:ext cx="2442656" cy="366398"/>
      </dsp:txXfrm>
    </dsp:sp>
    <dsp:sp modelId="{3BEDDAC0-E36D-46DB-86DD-D374C6968109}">
      <dsp:nvSpPr>
        <dsp:cNvPr id="0" name=""/>
        <dsp:cNvSpPr/>
      </dsp:nvSpPr>
      <dsp:spPr>
        <a:xfrm>
          <a:off x="5746728" y="2081014"/>
          <a:ext cx="2442656" cy="890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OCR and NLP pipelines
Integration with analytics systems</a:t>
          </a:r>
        </a:p>
      </dsp:txBody>
      <dsp:txXfrm>
        <a:off x="5746728" y="2081014"/>
        <a:ext cx="2442656" cy="89070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FAF521-4AC4-4280-B1DF-389D053CA78C}">
      <dsp:nvSpPr>
        <dsp:cNvPr id="0" name=""/>
        <dsp:cNvSpPr/>
      </dsp:nvSpPr>
      <dsp:spPr>
        <a:xfrm>
          <a:off x="949" y="611998"/>
          <a:ext cx="1318570" cy="13185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11CEF9-3F87-4A23-BAE8-24C9FC9097F0}">
      <dsp:nvSpPr>
        <dsp:cNvPr id="0" name=""/>
        <dsp:cNvSpPr/>
      </dsp:nvSpPr>
      <dsp:spPr>
        <a:xfrm>
          <a:off x="949" y="2058227"/>
          <a:ext cx="3767343" cy="565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kern="1200" dirty="0"/>
            <a:t>OCR methodologies</a:t>
          </a:r>
        </a:p>
      </dsp:txBody>
      <dsp:txXfrm>
        <a:off x="949" y="2058227"/>
        <a:ext cx="3767343" cy="565101"/>
      </dsp:txXfrm>
    </dsp:sp>
    <dsp:sp modelId="{188114B2-7D37-422B-88BC-5BE92B6A6313}">
      <dsp:nvSpPr>
        <dsp:cNvPr id="0" name=""/>
        <dsp:cNvSpPr/>
      </dsp:nvSpPr>
      <dsp:spPr>
        <a:xfrm>
          <a:off x="949" y="2682704"/>
          <a:ext cx="3767343" cy="898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Rule-based OCR</a:t>
          </a:r>
        </a:p>
        <a:p>
          <a:pPr marL="0" lvl="0" indent="0" algn="l" defTabSz="755650">
            <a:lnSpc>
              <a:spcPct val="90000"/>
            </a:lnSpc>
            <a:spcBef>
              <a:spcPct val="0"/>
            </a:spcBef>
            <a:spcAft>
              <a:spcPct val="35000"/>
            </a:spcAft>
            <a:buNone/>
          </a:pPr>
          <a:r>
            <a:rPr lang="en-US" sz="1700" kern="1200"/>
            <a:t>Deep learning–based OCR</a:t>
          </a:r>
        </a:p>
      </dsp:txBody>
      <dsp:txXfrm>
        <a:off x="949" y="2682704"/>
        <a:ext cx="3767343" cy="898101"/>
      </dsp:txXfrm>
    </dsp:sp>
    <dsp:sp modelId="{FDFE59B1-5D57-43D0-88A0-7C576612A598}">
      <dsp:nvSpPr>
        <dsp:cNvPr id="0" name=""/>
        <dsp:cNvSpPr/>
      </dsp:nvSpPr>
      <dsp:spPr>
        <a:xfrm>
          <a:off x="4427578" y="611998"/>
          <a:ext cx="1318570" cy="13185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F0ED8E-9A4F-49D2-9D54-013C93B51FE4}">
      <dsp:nvSpPr>
        <dsp:cNvPr id="0" name=""/>
        <dsp:cNvSpPr/>
      </dsp:nvSpPr>
      <dsp:spPr>
        <a:xfrm>
          <a:off x="4427578" y="2058227"/>
          <a:ext cx="3767343" cy="565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kern="1200" dirty="0"/>
            <a:t>NLP methodologies</a:t>
          </a:r>
        </a:p>
      </dsp:txBody>
      <dsp:txXfrm>
        <a:off x="4427578" y="2058227"/>
        <a:ext cx="3767343" cy="565101"/>
      </dsp:txXfrm>
    </dsp:sp>
    <dsp:sp modelId="{F158E87B-4AE1-45CD-BBCA-54E6D7D2D628}">
      <dsp:nvSpPr>
        <dsp:cNvPr id="0" name=""/>
        <dsp:cNvSpPr/>
      </dsp:nvSpPr>
      <dsp:spPr>
        <a:xfrm>
          <a:off x="4427578" y="2682704"/>
          <a:ext cx="3767343" cy="898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Language models</a:t>
          </a:r>
        </a:p>
        <a:p>
          <a:pPr marL="0" lvl="0" indent="0" algn="l" defTabSz="755650">
            <a:lnSpc>
              <a:spcPct val="90000"/>
            </a:lnSpc>
            <a:spcBef>
              <a:spcPct val="0"/>
            </a:spcBef>
            <a:spcAft>
              <a:spcPct val="35000"/>
            </a:spcAft>
            <a:buNone/>
          </a:pPr>
          <a:r>
            <a:rPr lang="en-US" sz="1700" kern="1200"/>
            <a:t>Named Entity Recognition</a:t>
          </a:r>
        </a:p>
        <a:p>
          <a:pPr marL="0" lvl="0" indent="0" algn="l" defTabSz="755650">
            <a:lnSpc>
              <a:spcPct val="90000"/>
            </a:lnSpc>
            <a:spcBef>
              <a:spcPct val="0"/>
            </a:spcBef>
            <a:spcAft>
              <a:spcPct val="35000"/>
            </a:spcAft>
            <a:buNone/>
          </a:pPr>
          <a:r>
            <a:rPr lang="en-US" sz="1700" kern="1200"/>
            <a:t>Contextual correction</a:t>
          </a:r>
        </a:p>
      </dsp:txBody>
      <dsp:txXfrm>
        <a:off x="4427578" y="2682704"/>
        <a:ext cx="3767343" cy="89810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6D809A-70F8-4CCA-B54E-266A1D1D7C5F}">
      <dsp:nvSpPr>
        <dsp:cNvPr id="0" name=""/>
        <dsp:cNvSpPr/>
      </dsp:nvSpPr>
      <dsp:spPr>
        <a:xfrm>
          <a:off x="0" y="14552"/>
          <a:ext cx="8195871" cy="83947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Accuracy and error rate measurement</a:t>
          </a:r>
        </a:p>
      </dsp:txBody>
      <dsp:txXfrm>
        <a:off x="40980" y="55532"/>
        <a:ext cx="8113911" cy="757514"/>
      </dsp:txXfrm>
    </dsp:sp>
    <dsp:sp modelId="{BAFDA8F2-F868-4EC7-B061-138DA976ECA4}">
      <dsp:nvSpPr>
        <dsp:cNvPr id="0" name=""/>
        <dsp:cNvSpPr/>
      </dsp:nvSpPr>
      <dsp:spPr>
        <a:xfrm>
          <a:off x="0" y="954827"/>
          <a:ext cx="8195871" cy="839474"/>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Validation against ground truth</a:t>
          </a:r>
        </a:p>
      </dsp:txBody>
      <dsp:txXfrm>
        <a:off x="40980" y="995807"/>
        <a:ext cx="8113911" cy="757514"/>
      </dsp:txXfrm>
    </dsp:sp>
    <dsp:sp modelId="{7D43AF02-0F05-411A-8206-463BE9F94F7F}">
      <dsp:nvSpPr>
        <dsp:cNvPr id="0" name=""/>
        <dsp:cNvSpPr/>
      </dsp:nvSpPr>
      <dsp:spPr>
        <a:xfrm>
          <a:off x="0" y="1895102"/>
          <a:ext cx="8195871" cy="839474"/>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Bias and consistency checks</a:t>
          </a:r>
        </a:p>
      </dsp:txBody>
      <dsp:txXfrm>
        <a:off x="40980" y="1936082"/>
        <a:ext cx="8113911" cy="757514"/>
      </dsp:txXfrm>
    </dsp:sp>
    <dsp:sp modelId="{587C3087-A351-45E5-BCED-6EC808CDEA70}">
      <dsp:nvSpPr>
        <dsp:cNvPr id="0" name=""/>
        <dsp:cNvSpPr/>
      </dsp:nvSpPr>
      <dsp:spPr>
        <a:xfrm>
          <a:off x="0" y="2835377"/>
          <a:ext cx="8195871" cy="839474"/>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Ongoing model monitoring</a:t>
          </a:r>
        </a:p>
      </dsp:txBody>
      <dsp:txXfrm>
        <a:off x="40980" y="2876357"/>
        <a:ext cx="8113911" cy="75751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715CA5-5BCF-43AB-B851-CD1DF2144066}">
      <dsp:nvSpPr>
        <dsp:cNvPr id="0" name=""/>
        <dsp:cNvSpPr/>
      </dsp:nvSpPr>
      <dsp:spPr>
        <a:xfrm>
          <a:off x="376435" y="764702"/>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E0B28B-B9E3-44DF-8204-F30457301D4D}">
      <dsp:nvSpPr>
        <dsp:cNvPr id="0" name=""/>
        <dsp:cNvSpPr/>
      </dsp:nvSpPr>
      <dsp:spPr>
        <a:xfrm>
          <a:off x="610435" y="9987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73C427-A154-440C-8E92-20EE2F996016}">
      <dsp:nvSpPr>
        <dsp:cNvPr id="0" name=""/>
        <dsp:cNvSpPr/>
      </dsp:nvSpPr>
      <dsp:spPr>
        <a:xfrm>
          <a:off x="25435"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Addresses a real healthcare need</a:t>
          </a:r>
        </a:p>
      </dsp:txBody>
      <dsp:txXfrm>
        <a:off x="25435" y="2204702"/>
        <a:ext cx="1800000" cy="720000"/>
      </dsp:txXfrm>
    </dsp:sp>
    <dsp:sp modelId="{F97294F1-A95D-46B6-9C44-6AA59E2E6C23}">
      <dsp:nvSpPr>
        <dsp:cNvPr id="0" name=""/>
        <dsp:cNvSpPr/>
      </dsp:nvSpPr>
      <dsp:spPr>
        <a:xfrm>
          <a:off x="2491435" y="764702"/>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7C8F1C-1997-4D11-A7FC-52106D581C52}">
      <dsp:nvSpPr>
        <dsp:cNvPr id="0" name=""/>
        <dsp:cNvSpPr/>
      </dsp:nvSpPr>
      <dsp:spPr>
        <a:xfrm>
          <a:off x="2725435" y="9987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5969CC-9B64-4BD1-8111-A545835188DA}">
      <dsp:nvSpPr>
        <dsp:cNvPr id="0" name=""/>
        <dsp:cNvSpPr/>
      </dsp:nvSpPr>
      <dsp:spPr>
        <a:xfrm>
          <a:off x="2140435"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Reduces operational risk</a:t>
          </a:r>
        </a:p>
      </dsp:txBody>
      <dsp:txXfrm>
        <a:off x="2140435" y="2204702"/>
        <a:ext cx="1800000" cy="720000"/>
      </dsp:txXfrm>
    </dsp:sp>
    <dsp:sp modelId="{44B6BB37-89B3-4309-A95F-21B85DA04A3B}">
      <dsp:nvSpPr>
        <dsp:cNvPr id="0" name=""/>
        <dsp:cNvSpPr/>
      </dsp:nvSpPr>
      <dsp:spPr>
        <a:xfrm>
          <a:off x="4606435" y="764702"/>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A1C4DD-8759-4AD7-8C42-85F52509B6B6}">
      <dsp:nvSpPr>
        <dsp:cNvPr id="0" name=""/>
        <dsp:cNvSpPr/>
      </dsp:nvSpPr>
      <dsp:spPr>
        <a:xfrm>
          <a:off x="4840435" y="9987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F270B35-D046-4630-8D77-01CDEACA2515}">
      <dsp:nvSpPr>
        <dsp:cNvPr id="0" name=""/>
        <dsp:cNvSpPr/>
      </dsp:nvSpPr>
      <dsp:spPr>
        <a:xfrm>
          <a:off x="4255435"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Enables future analytics and AI</a:t>
          </a:r>
        </a:p>
      </dsp:txBody>
      <dsp:txXfrm>
        <a:off x="4255435" y="2204702"/>
        <a:ext cx="1800000" cy="720000"/>
      </dsp:txXfrm>
    </dsp:sp>
    <dsp:sp modelId="{C12ED3C7-BC00-46D0-84FF-AF8F36CA864B}">
      <dsp:nvSpPr>
        <dsp:cNvPr id="0" name=""/>
        <dsp:cNvSpPr/>
      </dsp:nvSpPr>
      <dsp:spPr>
        <a:xfrm>
          <a:off x="6721435" y="764702"/>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32AC47-3E9E-4280-8FFD-FAA072B7205F}">
      <dsp:nvSpPr>
        <dsp:cNvPr id="0" name=""/>
        <dsp:cNvSpPr/>
      </dsp:nvSpPr>
      <dsp:spPr>
        <a:xfrm>
          <a:off x="6955435" y="9987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FBA1F7F-D365-4958-80F8-DAD16E92A9B6}">
      <dsp:nvSpPr>
        <dsp:cNvPr id="0" name=""/>
        <dsp:cNvSpPr/>
      </dsp:nvSpPr>
      <dsp:spPr>
        <a:xfrm>
          <a:off x="6370435"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Aligned with CRISP-DM best practices</a:t>
          </a:r>
        </a:p>
      </dsp:txBody>
      <dsp:txXfrm>
        <a:off x="6370435" y="2204702"/>
        <a:ext cx="1800000"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6171A1-4675-4B10-A61B-22A97A6FF027}">
      <dsp:nvSpPr>
        <dsp:cNvPr id="0" name=""/>
        <dsp:cNvSpPr/>
      </dsp:nvSpPr>
      <dsp:spPr>
        <a:xfrm>
          <a:off x="376435" y="764702"/>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E0F758-8657-47A7-935B-34AA2CE4BBEA}">
      <dsp:nvSpPr>
        <dsp:cNvPr id="0" name=""/>
        <dsp:cNvSpPr/>
      </dsp:nvSpPr>
      <dsp:spPr>
        <a:xfrm>
          <a:off x="610435" y="9987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C13834-BF6A-4A0C-AA83-6494CF541771}">
      <dsp:nvSpPr>
        <dsp:cNvPr id="0" name=""/>
        <dsp:cNvSpPr/>
      </dsp:nvSpPr>
      <dsp:spPr>
        <a:xfrm>
          <a:off x="25435"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Pilot-based deployment</a:t>
          </a:r>
        </a:p>
      </dsp:txBody>
      <dsp:txXfrm>
        <a:off x="25435" y="2204702"/>
        <a:ext cx="1800000" cy="720000"/>
      </dsp:txXfrm>
    </dsp:sp>
    <dsp:sp modelId="{C02890B0-F251-4CC9-84FE-ED914CED04BC}">
      <dsp:nvSpPr>
        <dsp:cNvPr id="0" name=""/>
        <dsp:cNvSpPr/>
      </dsp:nvSpPr>
      <dsp:spPr>
        <a:xfrm>
          <a:off x="2491435" y="764702"/>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B19330-E7A1-45CD-A868-05237E8B979A}">
      <dsp:nvSpPr>
        <dsp:cNvPr id="0" name=""/>
        <dsp:cNvSpPr/>
      </dsp:nvSpPr>
      <dsp:spPr>
        <a:xfrm>
          <a:off x="2725435" y="9987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47D0E1-C28A-447F-9EC4-C5B4B21673C8}">
      <dsp:nvSpPr>
        <dsp:cNvPr id="0" name=""/>
        <dsp:cNvSpPr/>
      </dsp:nvSpPr>
      <dsp:spPr>
        <a:xfrm>
          <a:off x="2140435"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Incremental digitization strategy</a:t>
          </a:r>
        </a:p>
      </dsp:txBody>
      <dsp:txXfrm>
        <a:off x="2140435" y="2204702"/>
        <a:ext cx="1800000" cy="720000"/>
      </dsp:txXfrm>
    </dsp:sp>
    <dsp:sp modelId="{AA8DD595-462E-44E9-9518-3AEBE7141392}">
      <dsp:nvSpPr>
        <dsp:cNvPr id="0" name=""/>
        <dsp:cNvSpPr/>
      </dsp:nvSpPr>
      <dsp:spPr>
        <a:xfrm>
          <a:off x="4606435" y="764702"/>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301246-438A-4B55-B29B-BE12B888D75D}">
      <dsp:nvSpPr>
        <dsp:cNvPr id="0" name=""/>
        <dsp:cNvSpPr/>
      </dsp:nvSpPr>
      <dsp:spPr>
        <a:xfrm>
          <a:off x="4840435" y="9987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C2E141D-2EB1-4E9B-B459-D56EFF9B9C8C}">
      <dsp:nvSpPr>
        <dsp:cNvPr id="0" name=""/>
        <dsp:cNvSpPr/>
      </dsp:nvSpPr>
      <dsp:spPr>
        <a:xfrm>
          <a:off x="4255435"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Feedback-driven improvement</a:t>
          </a:r>
        </a:p>
      </dsp:txBody>
      <dsp:txXfrm>
        <a:off x="4255435" y="2204702"/>
        <a:ext cx="1800000" cy="720000"/>
      </dsp:txXfrm>
    </dsp:sp>
    <dsp:sp modelId="{B845585E-AF29-423C-8598-B68C00C1A44F}">
      <dsp:nvSpPr>
        <dsp:cNvPr id="0" name=""/>
        <dsp:cNvSpPr/>
      </dsp:nvSpPr>
      <dsp:spPr>
        <a:xfrm>
          <a:off x="6721435" y="764702"/>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D098C2-1AC8-4969-807C-DBBD64450164}">
      <dsp:nvSpPr>
        <dsp:cNvPr id="0" name=""/>
        <dsp:cNvSpPr/>
      </dsp:nvSpPr>
      <dsp:spPr>
        <a:xfrm>
          <a:off x="6955435" y="9987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11AD9AA-A372-462F-B9EC-5C8A57526AF7}">
      <dsp:nvSpPr>
        <dsp:cNvPr id="0" name=""/>
        <dsp:cNvSpPr/>
      </dsp:nvSpPr>
      <dsp:spPr>
        <a:xfrm>
          <a:off x="6370435"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Scalable rolloutSpeaker Notes</a:t>
          </a:r>
        </a:p>
      </dsp:txBody>
      <dsp:txXfrm>
        <a:off x="6370435" y="2204702"/>
        <a:ext cx="1800000" cy="7200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E0A8A3-1346-458C-A784-71DEA8EDB8BC}">
      <dsp:nvSpPr>
        <dsp:cNvPr id="0" name=""/>
        <dsp:cNvSpPr/>
      </dsp:nvSpPr>
      <dsp:spPr>
        <a:xfrm>
          <a:off x="376435" y="764702"/>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A6172D-FD57-4CC8-88C0-C98B4BF40FF4}">
      <dsp:nvSpPr>
        <dsp:cNvPr id="0" name=""/>
        <dsp:cNvSpPr/>
      </dsp:nvSpPr>
      <dsp:spPr>
        <a:xfrm>
          <a:off x="610435" y="9987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2E58AF-F7A7-4E8E-A0F9-0172032E2F79}">
      <dsp:nvSpPr>
        <dsp:cNvPr id="0" name=""/>
        <dsp:cNvSpPr/>
      </dsp:nvSpPr>
      <dsp:spPr>
        <a:xfrm>
          <a:off x="25435"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OCR/NLP limitations</a:t>
          </a:r>
        </a:p>
      </dsp:txBody>
      <dsp:txXfrm>
        <a:off x="25435" y="2204702"/>
        <a:ext cx="1800000" cy="720000"/>
      </dsp:txXfrm>
    </dsp:sp>
    <dsp:sp modelId="{24D54776-7D9C-46A6-9189-13CB5CF2729E}">
      <dsp:nvSpPr>
        <dsp:cNvPr id="0" name=""/>
        <dsp:cNvSpPr/>
      </dsp:nvSpPr>
      <dsp:spPr>
        <a:xfrm>
          <a:off x="2491435" y="764702"/>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53F7AA-C8D4-4CF6-8BE0-4A23FAE33F91}">
      <dsp:nvSpPr>
        <dsp:cNvPr id="0" name=""/>
        <dsp:cNvSpPr/>
      </dsp:nvSpPr>
      <dsp:spPr>
        <a:xfrm>
          <a:off x="2725435" y="9987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95DCD6-55F0-49FB-A8FB-28F0F942DAB7}">
      <dsp:nvSpPr>
        <dsp:cNvPr id="0" name=""/>
        <dsp:cNvSpPr/>
      </dsp:nvSpPr>
      <dsp:spPr>
        <a:xfrm>
          <a:off x="2140435"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Data quality variability</a:t>
          </a:r>
        </a:p>
      </dsp:txBody>
      <dsp:txXfrm>
        <a:off x="2140435" y="2204702"/>
        <a:ext cx="1800000" cy="720000"/>
      </dsp:txXfrm>
    </dsp:sp>
    <dsp:sp modelId="{3225B329-AED2-405E-8C8E-36D7C02BC76A}">
      <dsp:nvSpPr>
        <dsp:cNvPr id="0" name=""/>
        <dsp:cNvSpPr/>
      </dsp:nvSpPr>
      <dsp:spPr>
        <a:xfrm>
          <a:off x="4606435" y="764702"/>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6525B5-2201-4483-A349-03243E9481D3}">
      <dsp:nvSpPr>
        <dsp:cNvPr id="0" name=""/>
        <dsp:cNvSpPr/>
      </dsp:nvSpPr>
      <dsp:spPr>
        <a:xfrm>
          <a:off x="4840435" y="9987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BC9A13-1A2B-4407-9577-4E4E9AE408DF}">
      <dsp:nvSpPr>
        <dsp:cNvPr id="0" name=""/>
        <dsp:cNvSpPr/>
      </dsp:nvSpPr>
      <dsp:spPr>
        <a:xfrm>
          <a:off x="4255435"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Privacy and ethical responsibility</a:t>
          </a:r>
        </a:p>
      </dsp:txBody>
      <dsp:txXfrm>
        <a:off x="4255435" y="2204702"/>
        <a:ext cx="1800000" cy="720000"/>
      </dsp:txXfrm>
    </dsp:sp>
    <dsp:sp modelId="{BD878967-693D-4F9C-BE56-E6F961A23AC3}">
      <dsp:nvSpPr>
        <dsp:cNvPr id="0" name=""/>
        <dsp:cNvSpPr/>
      </dsp:nvSpPr>
      <dsp:spPr>
        <a:xfrm>
          <a:off x="6721435" y="764702"/>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24B07F-0C0E-4403-A33A-99A0DC1D9063}">
      <dsp:nvSpPr>
        <dsp:cNvPr id="0" name=""/>
        <dsp:cNvSpPr/>
      </dsp:nvSpPr>
      <dsp:spPr>
        <a:xfrm>
          <a:off x="6955435" y="9987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0C3AB21-3D64-4BC2-B236-71BFBDE8DB49}">
      <dsp:nvSpPr>
        <dsp:cNvPr id="0" name=""/>
        <dsp:cNvSpPr/>
      </dsp:nvSpPr>
      <dsp:spPr>
        <a:xfrm>
          <a:off x="6370435"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Human oversight required</a:t>
          </a:r>
        </a:p>
      </dsp:txBody>
      <dsp:txXfrm>
        <a:off x="6370435" y="2204702"/>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305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Today I’m introducing the core problem that this proposal is designed to address.</a:t>
            </a:r>
          </a:p>
          <a:p>
            <a:endParaRPr lang="en-US" dirty="0"/>
          </a:p>
          <a:p>
            <a:r>
              <a:rPr lang="en-US" dirty="0"/>
              <a:t>Despite major advances in healthcare technology, many healthcare systems around the world still rely heavily on paper-based medical records. These records contain critical historical patient information, but accessing them is often slow, inconsistent, or fragmented across physical files.</a:t>
            </a:r>
          </a:p>
          <a:p>
            <a:endParaRPr lang="en-US" dirty="0"/>
          </a:p>
          <a:p>
            <a:r>
              <a:rPr lang="en-US" dirty="0"/>
              <a:t>This lack of accessibility does more than create inconvenience. It affects clinical decision-making, increases administrative burden, and limits an organization’s ability to learn from its own historical data. As healthcare increasingly depends on timely, data-driven decisions, paper-based records become a significant barrier rather than just a legacy issue.</a:t>
            </a:r>
          </a:p>
          <a:p>
            <a:endParaRPr lang="en-US" dirty="0"/>
          </a:p>
          <a:p>
            <a:r>
              <a:rPr lang="en-US" dirty="0"/>
              <a:t>At a global level, this challenge has been formally recognized. The World Health Organization identifies digital health transformation as a priority for improving access to patient information, continuity of care, and system-level efficiency (World Health Organization, 2021).</a:t>
            </a:r>
          </a:p>
          <a:p>
            <a:endParaRPr lang="en-US" dirty="0"/>
          </a:p>
          <a:p>
            <a:r>
              <a:rPr lang="en-US" dirty="0"/>
              <a:t>This proposal responds directly to that need by exploring how data science techniques can be applied to transform paper-based medical records into usable, digital data that supports care delivery, operations, and future analytics initiatives.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From an organizational perspective, this problem affects several groups in meaningful ways.</a:t>
            </a:r>
          </a:p>
          <a:p>
            <a:endParaRPr lang="en-US" dirty="0"/>
          </a:p>
          <a:p>
            <a:r>
              <a:rPr lang="en-US" dirty="0"/>
              <a:t>Clinicians often need quick access to patient history, but paper-based records make that process slow and inconsistent. Administrators spend significant time and resources managing, storing, and retrieving physical documents, which increases operational costs. Researchers and leadership are limited in their ability to analyze long-term trends when historical data is fragmented or inaccessible.</a:t>
            </a:r>
          </a:p>
          <a:p>
            <a:endParaRPr lang="en-US" dirty="0"/>
          </a:p>
          <a:p>
            <a:r>
              <a:rPr lang="en-US" dirty="0"/>
              <a:t>These challenges add up. They slow clinical workflows, increase administrative overhead, and prevent healthcare organizations from fully using the data they already collect. When historical records remain locked in paper form, they cannot support quality improvement initiatives, analytics, or strategic planning.</a:t>
            </a:r>
          </a:p>
          <a:p>
            <a:endParaRPr lang="en-US" dirty="0"/>
          </a:p>
          <a:p>
            <a:r>
              <a:rPr lang="en-US" dirty="0"/>
              <a:t>Digitizing medical records directly addresses these issues by improving access to information, reducing manual effort, and transforming historical records into a usable data asset. This approach aligns with broader healthcare modernization efforts that emphasize continuity of care and system-wide data accessibility (World Health Organization, 2021).</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When we look at the data itself, the challenge isn’t just how much information exists, it’s how fragmented and difficult it is to use.</a:t>
            </a:r>
          </a:p>
          <a:p>
            <a:endParaRPr lang="en-US" dirty="0"/>
          </a:p>
          <a:p>
            <a:r>
              <a:rPr lang="en-US" dirty="0"/>
              <a:t>Healthcare organizations often manage decades of patient records spread across departments, clinics, and storage systems. These records come in many formats, including handwritten notes, scanned PDFs, lab reports, and intake forms.</a:t>
            </a:r>
          </a:p>
          <a:p>
            <a:endParaRPr lang="en-US" dirty="0"/>
          </a:p>
          <a:p>
            <a:r>
              <a:rPr lang="en-US" dirty="0"/>
              <a:t>Because this information was never designed to be searchable or integrated, finding specific details often requires manual effort. Traditional databases and reporting tools struggle to handle this kind of fragmented, document-heavy data at scale.</a:t>
            </a:r>
          </a:p>
          <a:p>
            <a:endParaRPr lang="en-US" dirty="0"/>
          </a:p>
          <a:p>
            <a:r>
              <a:rPr lang="en-US" dirty="0"/>
              <a:t>This combination of volume and diversity turns what might seem like a digitization task into a much more complex data problem.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Beyond scale, timing is a major constraint.</a:t>
            </a:r>
          </a:p>
          <a:p>
            <a:endParaRPr lang="en-US" dirty="0"/>
          </a:p>
          <a:p>
            <a:r>
              <a:rPr lang="en-US" dirty="0"/>
              <a:t>When digitization begins, organizations are often faced with a large backlog of historical records that must be processed efficiently. At the same time, new documents, such as lab results, referrals, and clinical notes, continue to be generated every day.</a:t>
            </a:r>
          </a:p>
          <a:p>
            <a:endParaRPr lang="en-US" dirty="0"/>
          </a:p>
          <a:p>
            <a:r>
              <a:rPr lang="en-US" dirty="0"/>
              <a:t>Access delays have real consequences in healthcare. When patient information is not available at the point of care, workflows slow down and decision-making suffers. Research in health information exchange shows that delays in accessing records negatively affect both clinical workflows and operational efficiency (</a:t>
            </a:r>
            <a:r>
              <a:rPr lang="en-US" b="0" dirty="0"/>
              <a:t>Hersh et al., 2020</a:t>
            </a:r>
            <a:r>
              <a:rPr lang="en-US" dirty="0"/>
              <a:t>).</a:t>
            </a:r>
          </a:p>
          <a:p>
            <a:endParaRPr lang="en-US" dirty="0"/>
          </a:p>
          <a:p>
            <a:r>
              <a:rPr lang="en-US" dirty="0"/>
              <a:t>This creates ongoing operational pressure. The system must handle both historical data and continuous inflow without becoming a bottleneck.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Finally, there’s the issue of trust. Medical data must be accurate, because errors can have real consequences.</a:t>
            </a:r>
          </a:p>
          <a:p>
            <a:endParaRPr lang="en-US" dirty="0"/>
          </a:p>
          <a:p>
            <a:r>
              <a:rPr lang="en-US" dirty="0"/>
              <a:t>OCR systems can struggle with poor scan quality, faded ink, and handwriting variation. If these issues aren’t addressed, digitization can introduce new risks instead of reducing them.</a:t>
            </a:r>
          </a:p>
          <a:p>
            <a:endParaRPr lang="en-US" dirty="0"/>
          </a:p>
          <a:p>
            <a:r>
              <a:rPr lang="en-US" dirty="0"/>
              <a:t>Research shows that combining OCR with natural language processing significantly improves accuracy by using context to correct recognition errors (Askarov et al., 2025).</a:t>
            </a:r>
          </a:p>
          <a:p>
            <a:endParaRPr lang="en-US" dirty="0"/>
          </a:p>
          <a:p>
            <a:r>
              <a:rPr lang="en-US" dirty="0"/>
              <a:t>When accuracy is achieved, the payoff is substantial. Reliable patient histories support better care, faster decision-making, and data that can safely be used for analytics and research. This is where the real value of digitization is realized.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Once we understand the scale, fragmentation, and time pressures of the data, the next question is what has to happen before any analytics or modeling can take place.</a:t>
            </a:r>
          </a:p>
          <a:p>
            <a:endParaRPr lang="en-US" dirty="0"/>
          </a:p>
          <a:p>
            <a:r>
              <a:rPr lang="en-US" dirty="0"/>
              <a:t>Data preparation begins with document ingestion. Physical records must be scanned or securely uploaded in a consistent way so they can enter a digital workflow. At this stage, variability in scan quality already becomes an issue.</a:t>
            </a:r>
          </a:p>
          <a:p>
            <a:endParaRPr lang="en-US" dirty="0"/>
          </a:p>
          <a:p>
            <a:r>
              <a:rPr lang="en-US" dirty="0"/>
              <a:t>Image preprocessing is critical because OCR systems are highly sensitive to noise, skew, and poor contrast. Without correcting these issues, downstream accuracy suffers significantly.</a:t>
            </a:r>
          </a:p>
          <a:p>
            <a:endParaRPr lang="en-US" dirty="0"/>
          </a:p>
          <a:p>
            <a:r>
              <a:rPr lang="en-US" dirty="0"/>
              <a:t>Documents then need to be classified by type. A handwritten clinical note requires different processing rules than a lab report or intake form. Classification allows the system to apply the right extraction logic to each document.</a:t>
            </a:r>
          </a:p>
          <a:p>
            <a:endParaRPr lang="en-US" dirty="0"/>
          </a:p>
          <a:p>
            <a:r>
              <a:rPr lang="en-US" dirty="0"/>
              <a:t>Only after these steps does OCR text extraction occur. At this point, we are not producing final data, we are producing raw text that will still require cleaning and validation. These preparation steps are essential because they directly determine the quality and reliability of everything that follows.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After raw text is extracted, the most critical work begins. This is the point where accuracy, trust, and accountability are established.</a:t>
            </a:r>
          </a:p>
          <a:p>
            <a:endParaRPr lang="en-US" dirty="0"/>
          </a:p>
          <a:p>
            <a:r>
              <a:rPr lang="en-US" dirty="0"/>
              <a:t>NLP techniques are used to correct OCR errors and normalize key entities such as patient names, dates, and identifiers. Without normalization, the same patient or event can appear multiple times in inconsistent ways, which undermines reliability.</a:t>
            </a:r>
          </a:p>
          <a:p>
            <a:endParaRPr lang="en-US" dirty="0"/>
          </a:p>
          <a:p>
            <a:r>
              <a:rPr lang="en-US" dirty="0"/>
              <a:t>Because this is medical data, automated correction alone is not sufficient. Human review remains essential, particularly for high-impact fields. This human-in-the-loop approach ensures accountability and significantly reduces the risk of critical errors entering downstream systems.</a:t>
            </a:r>
          </a:p>
          <a:p>
            <a:endParaRPr lang="en-US" dirty="0"/>
          </a:p>
          <a:p>
            <a:r>
              <a:rPr lang="en-US" dirty="0"/>
              <a:t>Privacy and compliance checks are integrated throughout this stage to ensure that sensitive patient information is handled appropriately. These controls protect patients, support regulatory compliance, and preserve organizational trust.</a:t>
            </a:r>
          </a:p>
          <a:p>
            <a:endParaRPr lang="en-US" dirty="0"/>
          </a:p>
          <a:p>
            <a:r>
              <a:rPr lang="en-US" dirty="0"/>
              <a:t>This preparation step is intentionally rigorous because any issues left unresolved here will be amplified during modeling and analytics. In healthcare, accuracy is not optional, it is foundational.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From a technical perspective, this application relies on an architecture that is both secure and scalable.</a:t>
            </a:r>
          </a:p>
          <a:p>
            <a:endParaRPr lang="en-US" dirty="0"/>
          </a:p>
          <a:p>
            <a:r>
              <a:rPr lang="en-US" dirty="0"/>
              <a:t>Data acquisition begins with controlled document scanning and secure uploads, ensuring that sensitive information enters the system in a managed way. This reduces risk at the very first step.</a:t>
            </a:r>
          </a:p>
          <a:p>
            <a:endParaRPr lang="en-US" dirty="0"/>
          </a:p>
          <a:p>
            <a:r>
              <a:rPr lang="en-US" dirty="0"/>
              <a:t>Once ingested, documents and extracted data are stored in encrypted repositories with role-based access controls. This ensures that only authorized users can view or modify patient information, which is essential for maintaining trust and compliance.</a:t>
            </a:r>
          </a:p>
          <a:p>
            <a:endParaRPr lang="en-US" dirty="0"/>
          </a:p>
          <a:p>
            <a:r>
              <a:rPr lang="en-US" dirty="0"/>
              <a:t>Processing is handled through OCR and NLP pipelines that convert documents into structured data. That structured data can then be integrated with analytics systems, allowing organizations to move beyond storage and toward insight.</a:t>
            </a:r>
          </a:p>
          <a:p>
            <a:endParaRPr lang="en-US" dirty="0"/>
          </a:p>
          <a:p>
            <a:r>
              <a:rPr lang="en-US" dirty="0"/>
              <a:t>Research in health informatics shows that well-designed data infrastructures that support secure access and interoperability improve both clinical workflows and operational efficiency when health information is accessible across systems (</a:t>
            </a:r>
            <a:r>
              <a:rPr lang="en-US" b="0" dirty="0"/>
              <a:t>Hersh et al., 2020</a:t>
            </a:r>
            <a:r>
              <a:rPr lang="en-US" dirty="0"/>
              <a:t>).</a:t>
            </a:r>
          </a:p>
          <a:p>
            <a:endParaRPr lang="en-US" dirty="0"/>
          </a:p>
          <a:p>
            <a:r>
              <a:rPr lang="en-US" dirty="0"/>
              <a:t>The key point is feasibility. This architecture reflects established practices rather than experimental technology, making it realistic to implement and scale with current capabilities.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At the modeling stage, the goal is not to rely on a single technique, but to apply the right combination of methods based on document quality and complexity.</a:t>
            </a:r>
          </a:p>
          <a:p>
            <a:endParaRPr lang="en-US" dirty="0"/>
          </a:p>
          <a:p>
            <a:r>
              <a:rPr lang="en-US" dirty="0"/>
              <a:t>For text extraction, OCR methodologies range from traditional rule-based systems to modern deep learning–based OCR models. Rule-based approaches can work well for clean, standardized documents, while deep learning–based OCR performs better on degraded scans, handwritten text, and inconsistent layouts.</a:t>
            </a:r>
          </a:p>
          <a:p>
            <a:endParaRPr lang="en-US" dirty="0"/>
          </a:p>
          <a:p>
            <a:r>
              <a:rPr lang="en-US" dirty="0"/>
              <a:t>Once text is extracted, natural language processing methods are used to structure and enhance that information. Techniques such as named entity recognition and contextual correction help identify key medical entities and resolve ambiguities in the extracted text.</a:t>
            </a:r>
          </a:p>
          <a:p>
            <a:endParaRPr lang="en-US" dirty="0"/>
          </a:p>
          <a:p>
            <a:r>
              <a:rPr lang="en-US" dirty="0"/>
              <a:t>Research shows that combining OCR with NLP significantly improves both accuracy and usability compared to OCR alone, particularly in document-heavy domains like healthcare (Askarov et al., 2025).</a:t>
            </a:r>
          </a:p>
          <a:p>
            <a:endParaRPr lang="en-US" dirty="0"/>
          </a:p>
          <a:p>
            <a:r>
              <a:rPr lang="en-US" dirty="0"/>
              <a:t>The key point for this proposal is flexibility. By supporting multiple modeling approaches, the system can adapt to a wide range of document types and quality levels rather than forcing a one-size-fits-all solution.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Evaluation and quality control are what determine whether this system can be trusted over time.</a:t>
            </a:r>
          </a:p>
          <a:p>
            <a:endParaRPr lang="en-US" dirty="0"/>
          </a:p>
          <a:p>
            <a:r>
              <a:rPr lang="en-US" dirty="0"/>
              <a:t>Accuracy and error rates are measured using validated samples so that performance is grounded in real data rather than assumptions. This allows us to understand where the system performs well and where it needs improvement.</a:t>
            </a:r>
          </a:p>
          <a:p>
            <a:endParaRPr lang="en-US" dirty="0"/>
          </a:p>
          <a:p>
            <a:r>
              <a:rPr lang="en-US" dirty="0"/>
              <a:t>Validation against ground truth ensures that extracted information matches known, correct records. This is especially important in healthcare, where small errors can have significant consequences.</a:t>
            </a:r>
          </a:p>
          <a:p>
            <a:endParaRPr lang="en-US" dirty="0"/>
          </a:p>
          <a:p>
            <a:r>
              <a:rPr lang="en-US" dirty="0"/>
              <a:t>Bias and consistency checks are used to identify systematic issues, such as errors that disproportionately affect certain document types or patient groups. Addressing these issues early helps prevent the amplification of errors downstream.</a:t>
            </a:r>
          </a:p>
          <a:p>
            <a:endParaRPr lang="en-US" dirty="0"/>
          </a:p>
          <a:p>
            <a:r>
              <a:rPr lang="en-US" dirty="0"/>
              <a:t>Finally, model monitoring is an ongoing process. Document quality, formats, and workflows change over time, so performance must be continuously observed rather than assumed to remain stable. Research shows that even advanced OCR–NLP systems require ongoing evaluation, particularly when working with degraded or handwritten documents (Askarov et al., 2025).</a:t>
            </a:r>
          </a:p>
          <a:p>
            <a:endParaRPr lang="en-US" dirty="0"/>
          </a:p>
          <a:p>
            <a:r>
              <a:rPr lang="en-US" dirty="0"/>
              <a:t>The key takeaway is that quality control is not a one-time step, it is a continuous safeguard that protects both patient safety and organizational trust.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 summarize, this proposal addresses a real and persistent challenge in healthcare: the limited usability of historical medical records.</a:t>
            </a:r>
          </a:p>
          <a:p>
            <a:endParaRPr lang="en-US" dirty="0"/>
          </a:p>
          <a:p>
            <a:r>
              <a:rPr lang="en-US" dirty="0"/>
              <a:t>By applying data science techniques to document digitization, we improve access to information, reduce inefficiencies, and increase confidence in the data used for clinical and administrative decisions.</a:t>
            </a:r>
          </a:p>
          <a:p>
            <a:endParaRPr lang="en-US" dirty="0"/>
          </a:p>
          <a:p>
            <a:r>
              <a:rPr lang="en-US" dirty="0"/>
              <a:t>Importantly, this work does more than solve an immediate problem. It creates a foundation for analytics and AI initiatives that depend on accurate, well-structured data. Without that foundation, more advanced capabilities simply aren’t feasible.</a:t>
            </a:r>
          </a:p>
          <a:p>
            <a:endParaRPr lang="en-US" dirty="0"/>
          </a:p>
          <a:p>
            <a:r>
              <a:rPr lang="en-US" dirty="0"/>
              <a:t>From a strategic perspective, this direction aligns with global digital health priorities that emphasize accessible, high-quality data as a cornerstone of modern healthcare systems (</a:t>
            </a:r>
            <a:r>
              <a:rPr lang="en-US" b="0" dirty="0"/>
              <a:t>World Health Organization, 2021</a:t>
            </a:r>
            <a:r>
              <a:rPr lang="en-US" dirty="0"/>
              <a:t>).</a:t>
            </a:r>
          </a:p>
          <a:p>
            <a:endParaRPr lang="en-US" dirty="0"/>
          </a:p>
          <a:p>
            <a:r>
              <a:rPr lang="en-US" dirty="0"/>
              <a:t>This research is designed to be practical, iterative, and aligned with recognized best practices, making it a responsible and strategic investment rather than a speculative one.</a:t>
            </a:r>
          </a:p>
          <a:p>
            <a:endParaRPr lang="en-US"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FFE42-95C1-5EB4-F4A7-F94B84B7C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BAD0C-4F6F-5D85-7AAE-EFE88184BC3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6CB2AA8-5814-2C91-C4AA-D9B85BEC54D1}"/>
              </a:ext>
            </a:extLst>
          </p:cNvPr>
          <p:cNvSpPr>
            <a:spLocks noGrp="1"/>
          </p:cNvSpPr>
          <p:nvPr>
            <p:ph type="body" sz="quarter" idx="3"/>
          </p:nvPr>
        </p:nvSpPr>
        <p:spPr/>
        <p:txBody>
          <a:bodyPr/>
          <a:lstStyle/>
          <a:p>
            <a:r>
              <a:rPr lang="en-US" dirty="0"/>
              <a:t>While this proposal focuses on research and validation, it’s important to briefly address how this work would move forward in practice.</a:t>
            </a:r>
          </a:p>
          <a:p>
            <a:endParaRPr lang="en-US" dirty="0"/>
          </a:p>
          <a:p>
            <a:r>
              <a:rPr lang="en-US" dirty="0"/>
              <a:t>Rather than attempting a full-scale rollout immediately, this initiative would begin with a pilot implementation. A limited subset of records or departments would be selected to validate assumptions, measure accuracy, and refine workflows.</a:t>
            </a:r>
          </a:p>
          <a:p>
            <a:endParaRPr lang="en-US" dirty="0"/>
          </a:p>
          <a:p>
            <a:r>
              <a:rPr lang="en-US" dirty="0"/>
              <a:t>Feedback from clinicians and administrative users would inform improvements, ensuring the system supports real operational needs rather than theoretical ones.</a:t>
            </a:r>
          </a:p>
          <a:p>
            <a:endParaRPr lang="en-US" dirty="0"/>
          </a:p>
          <a:p>
            <a:r>
              <a:rPr lang="en-US" dirty="0"/>
              <a:t>From there, the approach can scale incrementally. This reduces risk, allows lessons learned to be incorporated early, and ensures the solution grows in step with organizational capacity.</a:t>
            </a:r>
          </a:p>
          <a:p>
            <a:endParaRPr lang="en-US" dirty="0"/>
          </a:p>
          <a:p>
            <a:r>
              <a:rPr lang="en-US" dirty="0"/>
              <a:t>This staged deployment approach reflects how successful healthcare data initiatives are typically introduced, carefully, iteratively, and with continuous feedback.</a:t>
            </a:r>
          </a:p>
        </p:txBody>
      </p:sp>
      <p:sp>
        <p:nvSpPr>
          <p:cNvPr id="4" name="Slide Number Placeholder 3">
            <a:extLst>
              <a:ext uri="{FF2B5EF4-FFF2-40B4-BE49-F238E27FC236}">
                <a16:creationId xmlns:a16="http://schemas.microsoft.com/office/drawing/2014/main" id="{CAC600D5-18AB-ACDF-BEBD-0D08D5093C10}"/>
              </a:ext>
            </a:extLst>
          </p:cNvPr>
          <p:cNvSpPr>
            <a:spLocks noGrp="1"/>
          </p:cNvSpPr>
          <p:nvPr>
            <p:ph type="sldNum" sz="quarter" idx="5"/>
          </p:nvPr>
        </p:nvSpPr>
        <p:spPr/>
      </p:sp>
    </p:spTree>
    <p:extLst>
      <p:ext uri="{BB962C8B-B14F-4D97-AF65-F5344CB8AC3E}">
        <p14:creationId xmlns:p14="http://schemas.microsoft.com/office/powerpoint/2010/main" val="4002256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 data science initiative is without limitations, and it’s important to acknowledge those clearly.</a:t>
            </a:r>
          </a:p>
          <a:p>
            <a:endParaRPr lang="en-US" dirty="0"/>
          </a:p>
          <a:p>
            <a:r>
              <a:rPr lang="en-US" dirty="0"/>
              <a:t>OCR and NLP systems can struggle with extremely poor scan quality, complex handwriting, or missing context. Data quality may also vary significantly across departments or time periods. These limitations mean that full automation is neither realistic nor desirable in healthcare.</a:t>
            </a:r>
          </a:p>
          <a:p>
            <a:endParaRPr lang="en-US" dirty="0"/>
          </a:p>
          <a:p>
            <a:r>
              <a:rPr lang="en-US" dirty="0"/>
              <a:t>Medical data carries significant ethical responsibilities related to privacy, consent, and trust. For this reason, human oversight remains a core design principle rather than an afterthought.</a:t>
            </a:r>
          </a:p>
          <a:p>
            <a:endParaRPr lang="en-US" dirty="0"/>
          </a:p>
          <a:p>
            <a:r>
              <a:rPr lang="en-US" dirty="0"/>
              <a:t>Research in healthcare AI emphasizes that human-in-the-loop approaches are critical for maintaining safety, accountability, and trust in high-stakes environments like medicine (Topol, 2019).</a:t>
            </a:r>
          </a:p>
          <a:p>
            <a:endParaRPr lang="en-US" dirty="0"/>
          </a:p>
          <a:p>
            <a:r>
              <a:rPr lang="en-US" dirty="0"/>
              <a:t>By explicitly accounting for these risks and limitations, this proposal is designed to be responsible, transparent, and aligned with ethical best practices, which ultimately makes it safer to sponsor and deploy.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references follow APA 7th edition standards.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109/ICCIES63851.2025.11032769"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www.who.int/publications/i/item/9789240020924" TargetMode="External"/><Relationship Id="rId4" Type="http://schemas.openxmlformats.org/officeDocument/2006/relationships/hyperlink" Target="https://doi.org/10.1038/s41591-018-0300-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a:extLst>
              <a:ext uri="{FF2B5EF4-FFF2-40B4-BE49-F238E27FC236}">
                <a16:creationId xmlns:a16="http://schemas.microsoft.com/office/drawing/2014/main" id="{F2DAF282-6415-2929-297F-6BEC842080B1}"/>
              </a:ext>
            </a:extLst>
          </p:cNvPr>
          <p:cNvSpPr>
            <a:spLocks noGrp="1"/>
          </p:cNvSpPr>
          <p:nvPr>
            <p:ph type="ctrTitle"/>
          </p:nvPr>
        </p:nvSpPr>
        <p:spPr>
          <a:xfrm>
            <a:off x="986118" y="735106"/>
            <a:ext cx="7540322" cy="2928470"/>
          </a:xfrm>
        </p:spPr>
        <p:txBody>
          <a:bodyPr anchor="b">
            <a:normAutofit/>
          </a:bodyPr>
          <a:lstStyle/>
          <a:p>
            <a:r>
              <a:rPr lang="en-US" sz="4200" dirty="0">
                <a:solidFill>
                  <a:srgbClr val="FFFFFF"/>
                </a:solidFill>
              </a:rPr>
              <a:t>Digitizing Medical Records with OCR and NLP: </a:t>
            </a:r>
            <a:br>
              <a:rPr lang="en-US" sz="4200" dirty="0">
                <a:solidFill>
                  <a:srgbClr val="FFFFFF"/>
                </a:solidFill>
              </a:rPr>
            </a:br>
            <a:r>
              <a:rPr lang="en-US" sz="4200" dirty="0">
                <a:solidFill>
                  <a:srgbClr val="FFFFFF"/>
                </a:solidFill>
              </a:rPr>
              <a:t>A Data Science Proposal</a:t>
            </a:r>
          </a:p>
        </p:txBody>
      </p:sp>
      <p:sp>
        <p:nvSpPr>
          <p:cNvPr id="5" name="Subtitle 4">
            <a:extLst>
              <a:ext uri="{FF2B5EF4-FFF2-40B4-BE49-F238E27FC236}">
                <a16:creationId xmlns:a16="http://schemas.microsoft.com/office/drawing/2014/main" id="{34F24E08-99E0-ECD9-F22D-821F6CDFF314}"/>
              </a:ext>
            </a:extLst>
          </p:cNvPr>
          <p:cNvSpPr>
            <a:spLocks noGrp="1"/>
          </p:cNvSpPr>
          <p:nvPr>
            <p:ph type="subTitle" idx="1"/>
          </p:nvPr>
        </p:nvSpPr>
        <p:spPr>
          <a:xfrm>
            <a:off x="1013011" y="4870824"/>
            <a:ext cx="7504463" cy="1458258"/>
          </a:xfrm>
        </p:spPr>
        <p:txBody>
          <a:bodyPr anchor="ctr">
            <a:normAutofit fontScale="70000" lnSpcReduction="20000"/>
          </a:bodyPr>
          <a:lstStyle/>
          <a:p>
            <a:r>
              <a:rPr lang="en-US" dirty="0"/>
              <a:t>Juan Maldonado Franco</a:t>
            </a:r>
            <a:br>
              <a:rPr lang="en-US" dirty="0"/>
            </a:br>
            <a:r>
              <a:rPr lang="en-US" dirty="0"/>
              <a:t>Department of Technology, National University</a:t>
            </a:r>
            <a:br>
              <a:rPr lang="en-US" dirty="0"/>
            </a:br>
            <a:r>
              <a:rPr lang="en-US" dirty="0"/>
              <a:t>DDS-8500: Principles of Data Science</a:t>
            </a:r>
            <a:br>
              <a:rPr lang="en-US" dirty="0"/>
            </a:br>
            <a:r>
              <a:rPr lang="en-US" dirty="0"/>
              <a:t>Dr. Javier E. León</a:t>
            </a:r>
            <a:br>
              <a:rPr lang="en-US" dirty="0"/>
            </a:br>
            <a:r>
              <a:rPr lang="en-US" dirty="0"/>
              <a:t>January 2, 2026</a:t>
            </a:r>
          </a:p>
        </p:txBody>
      </p:sp>
    </p:spTree>
    <p:extLst>
      <p:ext uri="{BB962C8B-B14F-4D97-AF65-F5344CB8AC3E}">
        <p14:creationId xmlns:p14="http://schemas.microsoft.com/office/powerpoint/2010/main" val="28628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pPr>
              <a:lnSpc>
                <a:spcPct val="90000"/>
              </a:lnSpc>
            </a:pPr>
            <a:r>
              <a:rPr lang="en-US" sz="2700">
                <a:solidFill>
                  <a:srgbClr val="FFFFFF"/>
                </a:solidFill>
              </a:rPr>
              <a:t>Digitizing Medical Records with OCR and NLP: A Data Science Proposal</a:t>
            </a:r>
          </a:p>
        </p:txBody>
      </p:sp>
      <p:graphicFrame>
        <p:nvGraphicFramePr>
          <p:cNvPr id="5" name="Content Placeholder 2">
            <a:extLst>
              <a:ext uri="{FF2B5EF4-FFF2-40B4-BE49-F238E27FC236}">
                <a16:creationId xmlns:a16="http://schemas.microsoft.com/office/drawing/2014/main" id="{40E76C03-3F19-4F45-3D40-EA66D90ACD1C}"/>
              </a:ext>
            </a:extLst>
          </p:cNvPr>
          <p:cNvGraphicFramePr>
            <a:graphicFrameLocks noGrp="1"/>
          </p:cNvGraphicFramePr>
          <p:nvPr>
            <p:ph idx="1"/>
            <p:extLst>
              <p:ext uri="{D42A27DB-BD31-4B8C-83A1-F6EECF244321}">
                <p14:modId xmlns:p14="http://schemas.microsoft.com/office/powerpoint/2010/main" val="1302843262"/>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fontScale="90000"/>
          </a:bodyPr>
          <a:lstStyle/>
          <a:p>
            <a:pPr>
              <a:lnSpc>
                <a:spcPct val="90000"/>
              </a:lnSpc>
            </a:pPr>
            <a:r>
              <a:rPr lang="en-US" sz="3000" dirty="0">
                <a:solidFill>
                  <a:srgbClr val="FFFFFF"/>
                </a:solidFill>
              </a:rPr>
              <a:t>Business Understanding: Who Is Impacted and Why It Matters</a:t>
            </a:r>
          </a:p>
        </p:txBody>
      </p:sp>
      <p:graphicFrame>
        <p:nvGraphicFramePr>
          <p:cNvPr id="5" name="Content Placeholder 2">
            <a:extLst>
              <a:ext uri="{FF2B5EF4-FFF2-40B4-BE49-F238E27FC236}">
                <a16:creationId xmlns:a16="http://schemas.microsoft.com/office/drawing/2014/main" id="{E71024FB-BBB9-D357-EE75-AF19A1C4809A}"/>
              </a:ext>
            </a:extLst>
          </p:cNvPr>
          <p:cNvGraphicFramePr>
            <a:graphicFrameLocks noGrp="1"/>
          </p:cNvGraphicFramePr>
          <p:nvPr>
            <p:ph idx="1"/>
            <p:extLst>
              <p:ext uri="{D42A27DB-BD31-4B8C-83A1-F6EECF244321}">
                <p14:modId xmlns:p14="http://schemas.microsoft.com/office/powerpoint/2010/main" val="2607186085"/>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fontScale="90000"/>
          </a:bodyPr>
          <a:lstStyle/>
          <a:p>
            <a:r>
              <a:rPr lang="en-US" sz="3500" dirty="0">
                <a:solidFill>
                  <a:srgbClr val="FFFFFF"/>
                </a:solidFill>
              </a:rPr>
              <a:t>Data Reality: Scale and Fragmentation of Medical Records</a:t>
            </a:r>
          </a:p>
        </p:txBody>
      </p:sp>
      <p:graphicFrame>
        <p:nvGraphicFramePr>
          <p:cNvPr id="5" name="Content Placeholder 2">
            <a:extLst>
              <a:ext uri="{FF2B5EF4-FFF2-40B4-BE49-F238E27FC236}">
                <a16:creationId xmlns:a16="http://schemas.microsoft.com/office/drawing/2014/main" id="{C70EEA1A-C831-B260-D802-BC33CFBCBBB2}"/>
              </a:ext>
            </a:extLst>
          </p:cNvPr>
          <p:cNvGraphicFramePr>
            <a:graphicFrameLocks noGrp="1"/>
          </p:cNvGraphicFramePr>
          <p:nvPr>
            <p:ph idx="1"/>
            <p:extLst>
              <p:ext uri="{D42A27DB-BD31-4B8C-83A1-F6EECF244321}">
                <p14:modId xmlns:p14="http://schemas.microsoft.com/office/powerpoint/2010/main" val="2569481187"/>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fontScale="90000"/>
          </a:bodyPr>
          <a:lstStyle/>
          <a:p>
            <a:r>
              <a:rPr lang="en-US" sz="3500" dirty="0">
                <a:solidFill>
                  <a:srgbClr val="FFFFFF"/>
                </a:solidFill>
              </a:rPr>
              <a:t>Operational Pressure: Timeliness of Access Matters</a:t>
            </a:r>
          </a:p>
        </p:txBody>
      </p:sp>
      <p:graphicFrame>
        <p:nvGraphicFramePr>
          <p:cNvPr id="5" name="Content Placeholder 2">
            <a:extLst>
              <a:ext uri="{FF2B5EF4-FFF2-40B4-BE49-F238E27FC236}">
                <a16:creationId xmlns:a16="http://schemas.microsoft.com/office/drawing/2014/main" id="{B1EEBC67-79F1-E702-488D-935990A28D27}"/>
              </a:ext>
            </a:extLst>
          </p:cNvPr>
          <p:cNvGraphicFramePr>
            <a:graphicFrameLocks noGrp="1"/>
          </p:cNvGraphicFramePr>
          <p:nvPr>
            <p:ph idx="1"/>
            <p:extLst>
              <p:ext uri="{D42A27DB-BD31-4B8C-83A1-F6EECF244321}">
                <p14:modId xmlns:p14="http://schemas.microsoft.com/office/powerpoint/2010/main" val="2057706129"/>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dirty="0">
                <a:solidFill>
                  <a:srgbClr val="FFFFFF"/>
                </a:solidFill>
              </a:rPr>
              <a:t>Trust in the Data vs. Value from the Data</a:t>
            </a:r>
          </a:p>
        </p:txBody>
      </p:sp>
      <p:graphicFrame>
        <p:nvGraphicFramePr>
          <p:cNvPr id="5" name="Content Placeholder 2">
            <a:extLst>
              <a:ext uri="{FF2B5EF4-FFF2-40B4-BE49-F238E27FC236}">
                <a16:creationId xmlns:a16="http://schemas.microsoft.com/office/drawing/2014/main" id="{EF70EF67-92B9-862F-5F3D-295EB0C320EB}"/>
              </a:ext>
            </a:extLst>
          </p:cNvPr>
          <p:cNvGraphicFramePr>
            <a:graphicFrameLocks noGrp="1"/>
          </p:cNvGraphicFramePr>
          <p:nvPr>
            <p:ph idx="1"/>
            <p:extLst>
              <p:ext uri="{D42A27DB-BD31-4B8C-83A1-F6EECF244321}">
                <p14:modId xmlns:p14="http://schemas.microsoft.com/office/powerpoint/2010/main" val="2970453595"/>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pPr>
              <a:lnSpc>
                <a:spcPct val="90000"/>
              </a:lnSpc>
            </a:pPr>
            <a:r>
              <a:rPr lang="en-US" sz="2700">
                <a:solidFill>
                  <a:srgbClr val="FFFFFF"/>
                </a:solidFill>
              </a:rPr>
              <a:t>Data Preparation: Document Ingestion and Preprocessing</a:t>
            </a:r>
          </a:p>
        </p:txBody>
      </p:sp>
      <p:graphicFrame>
        <p:nvGraphicFramePr>
          <p:cNvPr id="5" name="Content Placeholder 2">
            <a:extLst>
              <a:ext uri="{FF2B5EF4-FFF2-40B4-BE49-F238E27FC236}">
                <a16:creationId xmlns:a16="http://schemas.microsoft.com/office/drawing/2014/main" id="{F85747CF-9A68-3D18-9D44-CE51BFD89DA4}"/>
              </a:ext>
            </a:extLst>
          </p:cNvPr>
          <p:cNvGraphicFramePr>
            <a:graphicFrameLocks noGrp="1"/>
          </p:cNvGraphicFramePr>
          <p:nvPr>
            <p:ph idx="1"/>
            <p:extLst>
              <p:ext uri="{D42A27DB-BD31-4B8C-83A1-F6EECF244321}">
                <p14:modId xmlns:p14="http://schemas.microsoft.com/office/powerpoint/2010/main" val="3466077341"/>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pPr>
              <a:lnSpc>
                <a:spcPct val="90000"/>
              </a:lnSpc>
            </a:pPr>
            <a:r>
              <a:rPr lang="en-US" sz="2700">
                <a:solidFill>
                  <a:srgbClr val="FFFFFF"/>
                </a:solidFill>
              </a:rPr>
              <a:t>Data Preparation: Cleaning, Validation, and Compliance</a:t>
            </a:r>
          </a:p>
        </p:txBody>
      </p:sp>
      <p:graphicFrame>
        <p:nvGraphicFramePr>
          <p:cNvPr id="5" name="Content Placeholder 2">
            <a:extLst>
              <a:ext uri="{FF2B5EF4-FFF2-40B4-BE49-F238E27FC236}">
                <a16:creationId xmlns:a16="http://schemas.microsoft.com/office/drawing/2014/main" id="{C7304B61-4879-57C6-6566-E6D6122A6CA1}"/>
              </a:ext>
            </a:extLst>
          </p:cNvPr>
          <p:cNvGraphicFramePr>
            <a:graphicFrameLocks noGrp="1"/>
          </p:cNvGraphicFramePr>
          <p:nvPr>
            <p:ph idx="1"/>
            <p:extLst>
              <p:ext uri="{D42A27DB-BD31-4B8C-83A1-F6EECF244321}">
                <p14:modId xmlns:p14="http://schemas.microsoft.com/office/powerpoint/2010/main" val="2752685326"/>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r>
              <a:rPr lang="en-US" sz="3500" dirty="0">
                <a:solidFill>
                  <a:srgbClr val="FFFFFF"/>
                </a:solidFill>
              </a:rPr>
              <a:t>Technical Requirements: Secure and Scalable Architecture</a:t>
            </a:r>
          </a:p>
        </p:txBody>
      </p:sp>
      <p:graphicFrame>
        <p:nvGraphicFramePr>
          <p:cNvPr id="5" name="Content Placeholder 2">
            <a:extLst>
              <a:ext uri="{FF2B5EF4-FFF2-40B4-BE49-F238E27FC236}">
                <a16:creationId xmlns:a16="http://schemas.microsoft.com/office/drawing/2014/main" id="{64347B7A-3FBD-A4A9-9C63-BB7495578959}"/>
              </a:ext>
            </a:extLst>
          </p:cNvPr>
          <p:cNvGraphicFramePr>
            <a:graphicFrameLocks noGrp="1"/>
          </p:cNvGraphicFramePr>
          <p:nvPr>
            <p:ph idx="1"/>
            <p:extLst>
              <p:ext uri="{D42A27DB-BD31-4B8C-83A1-F6EECF244321}">
                <p14:modId xmlns:p14="http://schemas.microsoft.com/office/powerpoint/2010/main" val="728003658"/>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pPr>
              <a:lnSpc>
                <a:spcPct val="90000"/>
              </a:lnSpc>
            </a:pPr>
            <a:r>
              <a:rPr lang="en-US" sz="3000">
                <a:solidFill>
                  <a:srgbClr val="FFFFFF"/>
                </a:solidFill>
              </a:rPr>
              <a:t>Data Modeling: OCR and NLP Methodologies</a:t>
            </a:r>
          </a:p>
        </p:txBody>
      </p:sp>
      <p:graphicFrame>
        <p:nvGraphicFramePr>
          <p:cNvPr id="5" name="Content Placeholder 2">
            <a:extLst>
              <a:ext uri="{FF2B5EF4-FFF2-40B4-BE49-F238E27FC236}">
                <a16:creationId xmlns:a16="http://schemas.microsoft.com/office/drawing/2014/main" id="{F60BA47A-7A95-120E-E435-9E631AD34A46}"/>
              </a:ext>
            </a:extLst>
          </p:cNvPr>
          <p:cNvGraphicFramePr>
            <a:graphicFrameLocks noGrp="1"/>
          </p:cNvGraphicFramePr>
          <p:nvPr>
            <p:ph idx="1"/>
            <p:extLst>
              <p:ext uri="{D42A27DB-BD31-4B8C-83A1-F6EECF244321}">
                <p14:modId xmlns:p14="http://schemas.microsoft.com/office/powerpoint/2010/main" val="3434346206"/>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r>
              <a:rPr lang="en-US" sz="3500">
                <a:solidFill>
                  <a:srgbClr val="FFFFFF"/>
                </a:solidFill>
              </a:rPr>
              <a:t>Evaluation and Quality Control</a:t>
            </a:r>
          </a:p>
        </p:txBody>
      </p:sp>
      <p:graphicFrame>
        <p:nvGraphicFramePr>
          <p:cNvPr id="5" name="Content Placeholder 2">
            <a:extLst>
              <a:ext uri="{FF2B5EF4-FFF2-40B4-BE49-F238E27FC236}">
                <a16:creationId xmlns:a16="http://schemas.microsoft.com/office/drawing/2014/main" id="{45D79ABE-67B2-00F8-BC44-F69B92E922DE}"/>
              </a:ext>
            </a:extLst>
          </p:cNvPr>
          <p:cNvGraphicFramePr>
            <a:graphicFrameLocks noGrp="1"/>
          </p:cNvGraphicFramePr>
          <p:nvPr>
            <p:ph idx="1"/>
            <p:extLst>
              <p:ext uri="{D42A27DB-BD31-4B8C-83A1-F6EECF244321}">
                <p14:modId xmlns:p14="http://schemas.microsoft.com/office/powerpoint/2010/main" val="4139589268"/>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r>
              <a:rPr lang="en-US" sz="3500">
                <a:solidFill>
                  <a:srgbClr val="FFFFFF"/>
                </a:solidFill>
              </a:rPr>
              <a:t>Conclusion: Why Sponsor This Research</a:t>
            </a:r>
          </a:p>
        </p:txBody>
      </p:sp>
      <p:graphicFrame>
        <p:nvGraphicFramePr>
          <p:cNvPr id="5" name="Content Placeholder 2">
            <a:extLst>
              <a:ext uri="{FF2B5EF4-FFF2-40B4-BE49-F238E27FC236}">
                <a16:creationId xmlns:a16="http://schemas.microsoft.com/office/drawing/2014/main" id="{7419D518-B291-EF43-01C2-30633184971C}"/>
              </a:ext>
            </a:extLst>
          </p:cNvPr>
          <p:cNvGraphicFramePr>
            <a:graphicFrameLocks noGrp="1"/>
          </p:cNvGraphicFramePr>
          <p:nvPr>
            <p:ph idx="1"/>
            <p:extLst>
              <p:ext uri="{D42A27DB-BD31-4B8C-83A1-F6EECF244321}">
                <p14:modId xmlns:p14="http://schemas.microsoft.com/office/powerpoint/2010/main" val="3133738283"/>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B51A47-DE04-590F-C154-0AAA9256B5F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FD7F8BA-1738-D9FB-1CB0-3C0541879F96}"/>
              </a:ext>
            </a:extLst>
          </p:cNvPr>
          <p:cNvSpPr>
            <a:spLocks noGrp="1"/>
          </p:cNvSpPr>
          <p:nvPr>
            <p:ph type="title"/>
          </p:nvPr>
        </p:nvSpPr>
        <p:spPr>
          <a:xfrm>
            <a:off x="1037673" y="348865"/>
            <a:ext cx="7288583" cy="1576446"/>
          </a:xfrm>
        </p:spPr>
        <p:txBody>
          <a:bodyPr anchor="ctr">
            <a:normAutofit/>
          </a:bodyPr>
          <a:lstStyle/>
          <a:p>
            <a:r>
              <a:rPr lang="en-US" sz="3500">
                <a:solidFill>
                  <a:srgbClr val="FFFFFF"/>
                </a:solidFill>
              </a:rPr>
              <a:t>Deployment Considerations and Next Steps</a:t>
            </a:r>
          </a:p>
        </p:txBody>
      </p:sp>
      <p:graphicFrame>
        <p:nvGraphicFramePr>
          <p:cNvPr id="5" name="Content Placeholder 2">
            <a:extLst>
              <a:ext uri="{FF2B5EF4-FFF2-40B4-BE49-F238E27FC236}">
                <a16:creationId xmlns:a16="http://schemas.microsoft.com/office/drawing/2014/main" id="{47B23E4C-D01D-9290-828C-1C6F3B253F48}"/>
              </a:ext>
            </a:extLst>
          </p:cNvPr>
          <p:cNvGraphicFramePr>
            <a:graphicFrameLocks noGrp="1"/>
          </p:cNvGraphicFramePr>
          <p:nvPr>
            <p:ph idx="1"/>
            <p:extLst>
              <p:ext uri="{D42A27DB-BD31-4B8C-83A1-F6EECF244321}">
                <p14:modId xmlns:p14="http://schemas.microsoft.com/office/powerpoint/2010/main" val="877957482"/>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63464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r>
              <a:rPr lang="en-US" sz="3500">
                <a:solidFill>
                  <a:srgbClr val="FFFFFF"/>
                </a:solidFill>
              </a:rPr>
              <a:t>Risks, Limitations, and Ethical Considerations</a:t>
            </a:r>
          </a:p>
        </p:txBody>
      </p:sp>
      <p:graphicFrame>
        <p:nvGraphicFramePr>
          <p:cNvPr id="5" name="Content Placeholder 2">
            <a:extLst>
              <a:ext uri="{FF2B5EF4-FFF2-40B4-BE49-F238E27FC236}">
                <a16:creationId xmlns:a16="http://schemas.microsoft.com/office/drawing/2014/main" id="{20BD5B90-8DFB-20EB-8800-EADF66E99CFC}"/>
              </a:ext>
            </a:extLst>
          </p:cNvPr>
          <p:cNvGraphicFramePr>
            <a:graphicFrameLocks noGrp="1"/>
          </p:cNvGraphicFramePr>
          <p:nvPr>
            <p:ph idx="1"/>
            <p:extLst>
              <p:ext uri="{D42A27DB-BD31-4B8C-83A1-F6EECF244321}">
                <p14:modId xmlns:p14="http://schemas.microsoft.com/office/powerpoint/2010/main" val="3886168423"/>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References</a:t>
            </a:r>
          </a:p>
        </p:txBody>
      </p:sp>
      <p:sp>
        <p:nvSpPr>
          <p:cNvPr id="3" name="Content Placeholder 2"/>
          <p:cNvSpPr>
            <a:spLocks noGrp="1"/>
          </p:cNvSpPr>
          <p:nvPr>
            <p:ph idx="1"/>
          </p:nvPr>
        </p:nvSpPr>
        <p:spPr>
          <a:xfrm>
            <a:off x="1028699" y="2318197"/>
            <a:ext cx="7293023" cy="3683358"/>
          </a:xfrm>
        </p:spPr>
        <p:txBody>
          <a:bodyPr anchor="ctr">
            <a:normAutofit fontScale="92500"/>
          </a:bodyPr>
          <a:lstStyle/>
          <a:p>
            <a:pPr>
              <a:lnSpc>
                <a:spcPct val="90000"/>
              </a:lnSpc>
              <a:buNone/>
            </a:pPr>
            <a:r>
              <a:rPr lang="en-US" sz="1600" b="0" i="0" dirty="0">
                <a:solidFill>
                  <a:srgbClr val="000000"/>
                </a:solidFill>
                <a:effectLst/>
              </a:rPr>
              <a:t>Askarov, M., </a:t>
            </a:r>
            <a:r>
              <a:rPr lang="en-US" sz="1600" b="0" i="0" dirty="0" err="1">
                <a:solidFill>
                  <a:srgbClr val="000000"/>
                </a:solidFill>
                <a:effectLst/>
              </a:rPr>
              <a:t>Gafforov</a:t>
            </a:r>
            <a:r>
              <a:rPr lang="en-US" sz="1600" b="0" i="0" dirty="0">
                <a:solidFill>
                  <a:srgbClr val="000000"/>
                </a:solidFill>
                <a:effectLst/>
              </a:rPr>
              <a:t>, A., </a:t>
            </a:r>
            <a:r>
              <a:rPr lang="en-US" sz="1600" b="0" i="0" dirty="0" err="1">
                <a:solidFill>
                  <a:srgbClr val="000000"/>
                </a:solidFill>
                <a:effectLst/>
              </a:rPr>
              <a:t>Darmonova</a:t>
            </a:r>
            <a:r>
              <a:rPr lang="en-US" sz="1600" b="0" i="0" dirty="0">
                <a:solidFill>
                  <a:srgbClr val="000000"/>
                </a:solidFill>
                <a:effectLst/>
              </a:rPr>
              <a:t>, A., </a:t>
            </a:r>
            <a:r>
              <a:rPr lang="en-US" sz="1600" b="0" i="0" dirty="0" err="1">
                <a:solidFill>
                  <a:srgbClr val="000000"/>
                </a:solidFill>
                <a:effectLst/>
              </a:rPr>
              <a:t>Dadakhonova</a:t>
            </a:r>
            <a:r>
              <a:rPr lang="en-US" sz="1600" b="0" i="0" dirty="0">
                <a:solidFill>
                  <a:srgbClr val="000000"/>
                </a:solidFill>
                <a:effectLst/>
              </a:rPr>
              <a:t>, M., Ismailov, T., &amp; </a:t>
            </a:r>
            <a:r>
              <a:rPr lang="en-US" sz="1600" b="0" i="0" dirty="0" err="1">
                <a:solidFill>
                  <a:srgbClr val="000000"/>
                </a:solidFill>
                <a:effectLst/>
              </a:rPr>
              <a:t>Qushnazarova</a:t>
            </a:r>
            <a:r>
              <a:rPr lang="en-US" sz="1600" b="0" i="0" dirty="0">
                <a:solidFill>
                  <a:srgbClr val="000000"/>
                </a:solidFill>
                <a:effectLst/>
              </a:rPr>
              <a:t>, U. (2025). Preserving Historical Documents Using OCR and Natural Language Processing (NLP). </a:t>
            </a:r>
            <a:r>
              <a:rPr lang="en-US" sz="1600" b="0" i="1" dirty="0">
                <a:solidFill>
                  <a:srgbClr val="000000"/>
                </a:solidFill>
                <a:effectLst/>
              </a:rPr>
              <a:t>2025 International Conference on Computational Innovations and Engineering Sustainability (ICCIES), Computational Innovations and Engineering Sustainability (ICCIES), 2025 International Conference On</a:t>
            </a:r>
            <a:r>
              <a:rPr lang="en-US" sz="1600" b="0" i="0" dirty="0">
                <a:solidFill>
                  <a:srgbClr val="000000"/>
                </a:solidFill>
                <a:effectLst/>
              </a:rPr>
              <a:t>, 1–6. </a:t>
            </a:r>
            <a:r>
              <a:rPr lang="en-US" sz="1600" b="0" i="0" dirty="0">
                <a:solidFill>
                  <a:srgbClr val="000000"/>
                </a:solidFill>
                <a:effectLst/>
                <a:hlinkClick r:id="rId3"/>
              </a:rPr>
              <a:t>https://doi.org/10.1109/ICCIES63851.2025.11032769</a:t>
            </a:r>
            <a:endParaRPr lang="en-US" sz="1600" b="0" i="0" dirty="0">
              <a:solidFill>
                <a:srgbClr val="000000"/>
              </a:solidFill>
              <a:effectLst/>
            </a:endParaRPr>
          </a:p>
          <a:p>
            <a:pPr algn="l">
              <a:buNone/>
            </a:pPr>
            <a:r>
              <a:rPr lang="en-US" sz="1600" b="0" i="0" dirty="0">
                <a:solidFill>
                  <a:srgbClr val="000000"/>
                </a:solidFill>
                <a:effectLst/>
              </a:rPr>
              <a:t>Hersh, W. R., Totten, A. M., Eden, K. B., Devine, B., Gorman, P., </a:t>
            </a:r>
            <a:r>
              <a:rPr lang="en-US" sz="1600" b="0" i="0" dirty="0" err="1">
                <a:solidFill>
                  <a:srgbClr val="000000"/>
                </a:solidFill>
                <a:effectLst/>
              </a:rPr>
              <a:t>Kassakian</a:t>
            </a:r>
            <a:r>
              <a:rPr lang="en-US" sz="1600" b="0" i="0" dirty="0">
                <a:solidFill>
                  <a:srgbClr val="000000"/>
                </a:solidFill>
                <a:effectLst/>
              </a:rPr>
              <a:t>, S. Z., Woods, S. S., </a:t>
            </a:r>
            <a:r>
              <a:rPr lang="en-US" sz="1600" b="0" i="0" dirty="0" err="1">
                <a:solidFill>
                  <a:srgbClr val="000000"/>
                </a:solidFill>
                <a:effectLst/>
              </a:rPr>
              <a:t>Daeges</a:t>
            </a:r>
            <a:r>
              <a:rPr lang="en-US" sz="1600" b="0" i="0" dirty="0">
                <a:solidFill>
                  <a:srgbClr val="000000"/>
                </a:solidFill>
                <a:effectLst/>
              </a:rPr>
              <a:t>, M., Pappas, M., &amp; McDonagh, M. S. (2015). Outcomes From Health Information Exchange: Systematic Review and Future Research Needs. </a:t>
            </a:r>
            <a:r>
              <a:rPr lang="en-US" sz="1600" b="0" i="1" dirty="0">
                <a:solidFill>
                  <a:srgbClr val="000000"/>
                </a:solidFill>
                <a:effectLst/>
              </a:rPr>
              <a:t>Journal of Medical Internet Research</a:t>
            </a:r>
            <a:r>
              <a:rPr lang="en-US" sz="1600" b="0" i="0" dirty="0">
                <a:solidFill>
                  <a:srgbClr val="000000"/>
                </a:solidFill>
                <a:effectLst/>
              </a:rPr>
              <a:t>, </a:t>
            </a:r>
            <a:r>
              <a:rPr lang="en-US" sz="1600" b="0" i="1" dirty="0">
                <a:solidFill>
                  <a:srgbClr val="000000"/>
                </a:solidFill>
                <a:effectLst/>
              </a:rPr>
              <a:t>17</a:t>
            </a:r>
            <a:r>
              <a:rPr lang="en-US" sz="1600" b="0" i="0" dirty="0">
                <a:solidFill>
                  <a:srgbClr val="000000"/>
                </a:solidFill>
                <a:effectLst/>
              </a:rPr>
              <a:t>(12), 1–12. https://doi.org/10.2196/medinform.5215</a:t>
            </a:r>
          </a:p>
          <a:p>
            <a:pPr>
              <a:buNone/>
            </a:pPr>
            <a:r>
              <a:rPr lang="en-US" sz="1600" b="0" i="0" dirty="0">
                <a:solidFill>
                  <a:srgbClr val="222222"/>
                </a:solidFill>
                <a:effectLst/>
              </a:rPr>
              <a:t>Topol, E.J. High-performance medicine: the convergence of human and artificial intelligence. </a:t>
            </a:r>
            <a:r>
              <a:rPr lang="en-US" sz="1600" b="0" i="1" dirty="0">
                <a:solidFill>
                  <a:srgbClr val="222222"/>
                </a:solidFill>
                <a:effectLst/>
              </a:rPr>
              <a:t>Nat Med</a:t>
            </a:r>
            <a:r>
              <a:rPr lang="en-US" sz="1600" b="0" i="0" dirty="0">
                <a:solidFill>
                  <a:srgbClr val="222222"/>
                </a:solidFill>
                <a:effectLst/>
              </a:rPr>
              <a:t> </a:t>
            </a:r>
            <a:r>
              <a:rPr lang="en-US" sz="1600" b="1" i="0" dirty="0">
                <a:solidFill>
                  <a:srgbClr val="222222"/>
                </a:solidFill>
                <a:effectLst/>
              </a:rPr>
              <a:t>25</a:t>
            </a:r>
            <a:r>
              <a:rPr lang="en-US" sz="1600" b="0" i="0" dirty="0">
                <a:solidFill>
                  <a:srgbClr val="222222"/>
                </a:solidFill>
                <a:effectLst/>
              </a:rPr>
              <a:t>, 44–56 (2019). </a:t>
            </a:r>
            <a:r>
              <a:rPr lang="en-US" sz="1600" b="0" i="0" dirty="0">
                <a:solidFill>
                  <a:srgbClr val="222222"/>
                </a:solidFill>
                <a:effectLst/>
                <a:hlinkClick r:id="rId4"/>
              </a:rPr>
              <a:t>https://doi.org/10.1038/s41591-018-0300-7</a:t>
            </a:r>
            <a:endParaRPr lang="en-US" sz="1600" b="0" i="0" dirty="0">
              <a:solidFill>
                <a:srgbClr val="222222"/>
              </a:solidFill>
              <a:effectLst/>
            </a:endParaRPr>
          </a:p>
          <a:p>
            <a:pPr>
              <a:lnSpc>
                <a:spcPct val="90000"/>
              </a:lnSpc>
              <a:buNone/>
            </a:pPr>
            <a:r>
              <a:rPr lang="en-US" sz="1600" dirty="0"/>
              <a:t>World Health Organization. (2021). </a:t>
            </a:r>
            <a:r>
              <a:rPr lang="en-US" sz="1600" i="1" dirty="0"/>
              <a:t>Global strategy on digital health 2020–2025</a:t>
            </a:r>
            <a:r>
              <a:rPr lang="en-US" sz="1600" dirty="0"/>
              <a:t>. World Health Organization. </a:t>
            </a:r>
            <a:r>
              <a:rPr lang="en-US" sz="1600" dirty="0">
                <a:hlinkClick r:id="rId5"/>
              </a:rPr>
              <a:t>https://www.who.int/publications/i/item/9789240020924</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230</TotalTime>
  <Words>2871</Words>
  <Application>Microsoft Office PowerPoint</Application>
  <PresentationFormat>On-screen Show (4:3)</PresentationFormat>
  <Paragraphs>197</Paragraphs>
  <Slides>15</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Digitizing Medical Records with OCR and NLP:  A Data Science Proposal</vt:lpstr>
      <vt:lpstr>Digitizing Medical Records with OCR and NLP: A Data Science Proposal</vt:lpstr>
      <vt:lpstr>Business Understanding: Who Is Impacted and Why It Matters</vt:lpstr>
      <vt:lpstr>Data Reality: Scale and Fragmentation of Medical Records</vt:lpstr>
      <vt:lpstr>Operational Pressure: Timeliness of Access Matters</vt:lpstr>
      <vt:lpstr>Trust in the Data vs. Value from the Data</vt:lpstr>
      <vt:lpstr>Data Preparation: Document Ingestion and Preprocessing</vt:lpstr>
      <vt:lpstr>Data Preparation: Cleaning, Validation, and Compliance</vt:lpstr>
      <vt:lpstr>Technical Requirements: Secure and Scalable Architecture</vt:lpstr>
      <vt:lpstr>Data Modeling: OCR and NLP Methodologies</vt:lpstr>
      <vt:lpstr>Evaluation and Quality Control</vt:lpstr>
      <vt:lpstr>Conclusion: Why Sponsor This Research</vt:lpstr>
      <vt:lpstr>Deployment Considerations and Next Steps</vt:lpstr>
      <vt:lpstr>Risks, Limitations, and Ethical Considerations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Juan Maldonado</cp:lastModifiedBy>
  <cp:revision>1</cp:revision>
  <dcterms:created xsi:type="dcterms:W3CDTF">2013-01-27T09:14:16Z</dcterms:created>
  <dcterms:modified xsi:type="dcterms:W3CDTF">2025-12-31T18:20:31Z</dcterms:modified>
  <cp:category/>
</cp:coreProperties>
</file>