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233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Maldonado" userId="6ecec58c07d19906" providerId="LiveId" clId="{8B2AFFF0-24E6-4C11-96BD-9CFEC3279D16}"/>
    <pc:docChg chg="modSld">
      <pc:chgData name="Juan Maldonado" userId="6ecec58c07d19906" providerId="LiveId" clId="{8B2AFFF0-24E6-4C11-96BD-9CFEC3279D16}" dt="2025-12-23T04:13:49.971" v="1" actId="5793"/>
      <pc:docMkLst>
        <pc:docMk/>
      </pc:docMkLst>
      <pc:sldChg chg="modSp mod">
        <pc:chgData name="Juan Maldonado" userId="6ecec58c07d19906" providerId="LiveId" clId="{8B2AFFF0-24E6-4C11-96BD-9CFEC3279D16}" dt="2025-12-23T04:13:49.971" v="1" actId="5793"/>
        <pc:sldMkLst>
          <pc:docMk/>
          <pc:sldMk cId="0" sldId="256"/>
        </pc:sldMkLst>
        <pc:spChg chg="mod">
          <ac:chgData name="Juan Maldonado" userId="6ecec58c07d19906" providerId="LiveId" clId="{8B2AFFF0-24E6-4C11-96BD-9CFEC3279D16}" dt="2025-12-23T04:13:49.971" v="1" actId="5793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66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I am proposing a data science research initiative focused on digitizing medical records using OCR and NLP. This initiative addresses real operational challenges in healthcare systems that still rely on paper-based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From a business perspective, paper-based records slow decision-making, increase administrative costs, and prevent data-driven insights. This application directly addresses these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Healthcare data exists at massive scale and in many formats. Understanding this diversity is key to selecting appropriate data science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Velocity here is about timely availability of information rather than high-frequency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Veracity is essential in healthcare because data errors can directly impact patient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preparation lays the foundation for successful modeling and reliable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Validation ensures trust and compliance, reducing downstream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technical requirements ensure scalability, security, and feasibility.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Modern OCR leverages deep learning to improve recognition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Integrating NLP significantly improves text usability and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Quality control ensures the system is reliable and ethically responsible.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proposal represents a low-risk, high-impact opportunity for organizational advancement.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references follow APA 7th edition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Digitizing Medical Records Using OCR and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A Data Science Proposal</a:t>
            </a:r>
          </a:p>
          <a:p>
            <a:pPr marL="0" indent="0">
              <a:buNone/>
            </a:pPr>
            <a:r>
              <a:rPr dirty="0"/>
              <a:t>Lead Data Scientist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Understanding (CRISP-DM)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Slow access to patient history</a:t>
            </a:r>
          </a:p>
          <a:p>
            <a:r>
              <a:t>• High administrative burden</a:t>
            </a:r>
          </a:p>
          <a:p>
            <a:r>
              <a:t>• Limited analytics capability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Understanding: Volume &amp; Variety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Large volumes of historical records</a:t>
            </a:r>
          </a:p>
          <a:p>
            <a:r>
              <a:t>• Handwritten notes, PDFs, lab reports</a:t>
            </a:r>
          </a:p>
          <a:p>
            <a:r>
              <a:t>• Structured &amp; unstructured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Understanding: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Bulk ingestion of legacy records</a:t>
            </a:r>
          </a:p>
          <a:p>
            <a:r>
              <a:t>• Continuous intake of new documents</a:t>
            </a:r>
          </a:p>
          <a:p>
            <a:r>
              <a:t>• Near-real-time access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Understanding: Veracity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OCR errors &amp; image quality issues</a:t>
            </a:r>
          </a:p>
          <a:p>
            <a:r>
              <a:t>• Accuracy is critical</a:t>
            </a:r>
          </a:p>
          <a:p>
            <a:r>
              <a:t>• Enables care &amp;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Scanning &amp; ingestion</a:t>
            </a:r>
          </a:p>
          <a:p>
            <a:r>
              <a:t>• Image enhancement</a:t>
            </a:r>
          </a:p>
          <a:p>
            <a:r>
              <a:t>• OCR extraction</a:t>
            </a:r>
          </a:p>
          <a:p>
            <a:r>
              <a:t>• Metadata tagging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OCR error correction</a:t>
            </a:r>
          </a:p>
          <a:p>
            <a:r>
              <a:t>• NLP-based refinement</a:t>
            </a:r>
          </a:p>
          <a:p>
            <a:r>
              <a:t>• Human-in-the-loop review</a:t>
            </a:r>
          </a:p>
          <a:p>
            <a:r>
              <a:t>• Privacy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data acquisition</a:t>
            </a:r>
          </a:p>
          <a:p>
            <a:r>
              <a:t>• Encrypted storage</a:t>
            </a:r>
          </a:p>
          <a:p>
            <a:r>
              <a:t>• OCR &amp; NLP pipelines</a:t>
            </a:r>
          </a:p>
          <a:p>
            <a:r>
              <a:t>• Compliance standards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Modeling: OCR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Traditional OCR</a:t>
            </a:r>
          </a:p>
          <a:p>
            <a:r>
              <a:t>• Deep learning OCR</a:t>
            </a:r>
          </a:p>
          <a:p>
            <a:r>
              <a:t>• Image preprocessing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Modeling: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Language modeling</a:t>
            </a:r>
          </a:p>
          <a:p>
            <a:r>
              <a:t>• Named Entity Recognition</a:t>
            </a:r>
          </a:p>
          <a:p>
            <a:r>
              <a:t>• Contextual correction</a:t>
            </a:r>
          </a:p>
          <a:p>
            <a:r>
              <a:t>• Semantic indexing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Quality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 metrics</a:t>
            </a:r>
          </a:p>
          <a:p>
            <a:r>
              <a:t>• Error rates</a:t>
            </a:r>
          </a:p>
          <a:p>
            <a:r>
              <a:t>• Human review loops</a:t>
            </a:r>
          </a:p>
          <a:p>
            <a:r>
              <a:t>• Bias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Solves real healthcare need</a:t>
            </a:r>
          </a:p>
          <a:p>
            <a:r>
              <a:t>• Scalable &amp; ethical</a:t>
            </a:r>
          </a:p>
          <a:p>
            <a:r>
              <a:t>• CRISP-DM aligned</a:t>
            </a:r>
          </a:p>
          <a:p>
            <a:r>
              <a:t>• Ready for pilot funding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Askarov et al. (2025)</a:t>
            </a:r>
          </a:p>
          <a:p>
            <a:r>
              <a:t>WHO (2021)</a:t>
            </a:r>
          </a:p>
          <a:p>
            <a:r>
              <a:t>ONC (2020)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428</Words>
  <Application>Microsoft Office PowerPoint</Application>
  <PresentationFormat>On-screen Show (4:3)</PresentationFormat>
  <Paragraphs>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Digitizing Medical Records Using OCR and NLP</vt:lpstr>
      <vt:lpstr>Business Understanding (CRISP-DM)</vt:lpstr>
      <vt:lpstr>Data Understanding: Volume &amp; Variety</vt:lpstr>
      <vt:lpstr>Data Understanding: Velocity</vt:lpstr>
      <vt:lpstr>Data Understanding: Veracity &amp; Value</vt:lpstr>
      <vt:lpstr>Data Preparation Overview</vt:lpstr>
      <vt:lpstr>Data Cleaning &amp; Validation</vt:lpstr>
      <vt:lpstr>Technical Requirements</vt:lpstr>
      <vt:lpstr>Data Modeling: OCR</vt:lpstr>
      <vt:lpstr>Data Modeling: NLP</vt:lpstr>
      <vt:lpstr>Evaluation &amp; Quality Control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Maldonado</cp:lastModifiedBy>
  <cp:revision>1</cp:revision>
  <dcterms:created xsi:type="dcterms:W3CDTF">2013-01-27T09:14:16Z</dcterms:created>
  <dcterms:modified xsi:type="dcterms:W3CDTF">2025-12-23T04:13:57Z</dcterms:modified>
  <cp:category/>
</cp:coreProperties>
</file>